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3" r:id="rId5"/>
    <p:sldId id="264" r:id="rId6"/>
    <p:sldId id="265" r:id="rId7"/>
    <p:sldId id="266" r:id="rId8"/>
    <p:sldId id="259" r:id="rId9"/>
    <p:sldId id="267" r:id="rId10"/>
    <p:sldId id="268" r:id="rId11"/>
    <p:sldId id="269" r:id="rId12"/>
    <p:sldId id="27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CC66FF"/>
    <a:srgbClr val="FF5050"/>
    <a:srgbClr val="FF00FF"/>
    <a:srgbClr val="FF66CC"/>
    <a:srgbClr val="FFCC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5BDE185-B6B5-441D-90E8-0502BC81DA98}"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581AC1-A4B0-415F-B672-5A5A52F88B0E}" type="slidenum">
              <a:rPr lang="en-IN" smtClean="0"/>
              <a:t>‹#›</a:t>
            </a:fld>
            <a:endParaRPr lang="en-IN"/>
          </a:p>
        </p:txBody>
      </p:sp>
    </p:spTree>
    <p:extLst>
      <p:ext uri="{BB962C8B-B14F-4D97-AF65-F5344CB8AC3E}">
        <p14:creationId xmlns:p14="http://schemas.microsoft.com/office/powerpoint/2010/main" val="118022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BDE185-B6B5-441D-90E8-0502BC81DA98}"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581AC1-A4B0-415F-B672-5A5A52F88B0E}" type="slidenum">
              <a:rPr lang="en-IN" smtClean="0"/>
              <a:t>‹#›</a:t>
            </a:fld>
            <a:endParaRPr lang="en-IN"/>
          </a:p>
        </p:txBody>
      </p:sp>
    </p:spTree>
    <p:extLst>
      <p:ext uri="{BB962C8B-B14F-4D97-AF65-F5344CB8AC3E}">
        <p14:creationId xmlns:p14="http://schemas.microsoft.com/office/powerpoint/2010/main" val="1405062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BDE185-B6B5-441D-90E8-0502BC81DA98}"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581AC1-A4B0-415F-B672-5A5A52F88B0E}" type="slidenum">
              <a:rPr lang="en-IN" smtClean="0"/>
              <a:t>‹#›</a:t>
            </a:fld>
            <a:endParaRPr lang="en-IN"/>
          </a:p>
        </p:txBody>
      </p:sp>
    </p:spTree>
    <p:extLst>
      <p:ext uri="{BB962C8B-B14F-4D97-AF65-F5344CB8AC3E}">
        <p14:creationId xmlns:p14="http://schemas.microsoft.com/office/powerpoint/2010/main" val="3578788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BDE185-B6B5-441D-90E8-0502BC81DA98}"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581AC1-A4B0-415F-B672-5A5A52F88B0E}" type="slidenum">
              <a:rPr lang="en-IN" smtClean="0"/>
              <a:t>‹#›</a:t>
            </a:fld>
            <a:endParaRPr lang="en-IN"/>
          </a:p>
        </p:txBody>
      </p:sp>
    </p:spTree>
    <p:extLst>
      <p:ext uri="{BB962C8B-B14F-4D97-AF65-F5344CB8AC3E}">
        <p14:creationId xmlns:p14="http://schemas.microsoft.com/office/powerpoint/2010/main" val="3158796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BDE185-B6B5-441D-90E8-0502BC81DA98}" type="datetimeFigureOut">
              <a:rPr lang="en-IN" smtClean="0"/>
              <a:t>17-11-2025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7581AC1-A4B0-415F-B672-5A5A52F88B0E}" type="slidenum">
              <a:rPr lang="en-IN" smtClean="0"/>
              <a:t>‹#›</a:t>
            </a:fld>
            <a:endParaRPr lang="en-IN"/>
          </a:p>
        </p:txBody>
      </p:sp>
    </p:spTree>
    <p:extLst>
      <p:ext uri="{BB962C8B-B14F-4D97-AF65-F5344CB8AC3E}">
        <p14:creationId xmlns:p14="http://schemas.microsoft.com/office/powerpoint/2010/main" val="289734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BDE185-B6B5-441D-90E8-0502BC81DA98}" type="datetimeFigureOut">
              <a:rPr lang="en-IN" smtClean="0"/>
              <a:t>17-11-2025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7581AC1-A4B0-415F-B672-5A5A52F88B0E}" type="slidenum">
              <a:rPr lang="en-IN" smtClean="0"/>
              <a:t>‹#›</a:t>
            </a:fld>
            <a:endParaRPr lang="en-IN"/>
          </a:p>
        </p:txBody>
      </p:sp>
    </p:spTree>
    <p:extLst>
      <p:ext uri="{BB962C8B-B14F-4D97-AF65-F5344CB8AC3E}">
        <p14:creationId xmlns:p14="http://schemas.microsoft.com/office/powerpoint/2010/main" val="2125028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BDE185-B6B5-441D-90E8-0502BC81DA98}" type="datetimeFigureOut">
              <a:rPr lang="en-IN" smtClean="0"/>
              <a:t>17-11-2025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7581AC1-A4B0-415F-B672-5A5A52F88B0E}" type="slidenum">
              <a:rPr lang="en-IN" smtClean="0"/>
              <a:t>‹#›</a:t>
            </a:fld>
            <a:endParaRPr lang="en-IN"/>
          </a:p>
        </p:txBody>
      </p:sp>
    </p:spTree>
    <p:extLst>
      <p:ext uri="{BB962C8B-B14F-4D97-AF65-F5344CB8AC3E}">
        <p14:creationId xmlns:p14="http://schemas.microsoft.com/office/powerpoint/2010/main" val="456335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DE185-B6B5-441D-90E8-0502BC81DA98}"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581AC1-A4B0-415F-B672-5A5A52F88B0E}" type="slidenum">
              <a:rPr lang="en-IN" smtClean="0"/>
              <a:t>‹#›</a:t>
            </a:fld>
            <a:endParaRPr lang="en-IN"/>
          </a:p>
        </p:txBody>
      </p:sp>
    </p:spTree>
    <p:extLst>
      <p:ext uri="{BB962C8B-B14F-4D97-AF65-F5344CB8AC3E}">
        <p14:creationId xmlns:p14="http://schemas.microsoft.com/office/powerpoint/2010/main" val="3313073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DE185-B6B5-441D-90E8-0502BC81DA98}"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581AC1-A4B0-415F-B672-5A5A52F88B0E}" type="slidenum">
              <a:rPr lang="en-IN" smtClean="0"/>
              <a:t>‹#›</a:t>
            </a:fld>
            <a:endParaRPr lang="en-IN"/>
          </a:p>
        </p:txBody>
      </p:sp>
    </p:spTree>
    <p:extLst>
      <p:ext uri="{BB962C8B-B14F-4D97-AF65-F5344CB8AC3E}">
        <p14:creationId xmlns:p14="http://schemas.microsoft.com/office/powerpoint/2010/main" val="3116335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BDE185-B6B5-441D-90E8-0502BC81DA98}"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581AC1-A4B0-415F-B672-5A5A52F88B0E}" type="slidenum">
              <a:rPr lang="en-IN" smtClean="0"/>
              <a:t>‹#›</a:t>
            </a:fld>
            <a:endParaRPr lang="en-IN"/>
          </a:p>
        </p:txBody>
      </p:sp>
    </p:spTree>
    <p:extLst>
      <p:ext uri="{BB962C8B-B14F-4D97-AF65-F5344CB8AC3E}">
        <p14:creationId xmlns:p14="http://schemas.microsoft.com/office/powerpoint/2010/main" val="1886420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BDE185-B6B5-441D-90E8-0502BC81DA98}"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581AC1-A4B0-415F-B672-5A5A52F88B0E}" type="slidenum">
              <a:rPr lang="en-IN" smtClean="0"/>
              <a:t>‹#›</a:t>
            </a:fld>
            <a:endParaRPr lang="en-IN"/>
          </a:p>
        </p:txBody>
      </p:sp>
    </p:spTree>
    <p:extLst>
      <p:ext uri="{BB962C8B-B14F-4D97-AF65-F5344CB8AC3E}">
        <p14:creationId xmlns:p14="http://schemas.microsoft.com/office/powerpoint/2010/main" val="1178785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BDE185-B6B5-441D-90E8-0502BC81DA98}" type="datetimeFigureOut">
              <a:rPr lang="en-IN" smtClean="0"/>
              <a:t>17-11-2025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581AC1-A4B0-415F-B672-5A5A52F88B0E}" type="slidenum">
              <a:rPr lang="en-IN" smtClean="0"/>
              <a:t>‹#›</a:t>
            </a:fld>
            <a:endParaRPr lang="en-IN"/>
          </a:p>
        </p:txBody>
      </p:sp>
    </p:spTree>
    <p:extLst>
      <p:ext uri="{BB962C8B-B14F-4D97-AF65-F5344CB8AC3E}">
        <p14:creationId xmlns:p14="http://schemas.microsoft.com/office/powerpoint/2010/main" val="14513961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visitmarin.org/event-calendar/2026/april-2025/farmers-market-at-veterans-memorial-parking-lot-every-thursday/"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pn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9.pn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21.pn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23.pn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2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svg"/><Relationship Id="rId3" Type="http://schemas.openxmlformats.org/officeDocument/2006/relationships/image" Target="../media/image25.png"/><Relationship Id="rId7" Type="http://schemas.openxmlformats.org/officeDocument/2006/relationships/image" Target="../media/image29.svg"/><Relationship Id="rId12" Type="http://schemas.openxmlformats.org/officeDocument/2006/relationships/image" Target="../media/image34.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svg"/><Relationship Id="rId7" Type="http://schemas.openxmlformats.org/officeDocument/2006/relationships/image" Target="../media/image31.svg"/><Relationship Id="rId12" Type="http://schemas.openxmlformats.org/officeDocument/2006/relationships/image" Target="../media/image36.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sv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9.png"/><Relationship Id="rId3" Type="http://schemas.openxmlformats.org/officeDocument/2006/relationships/image" Target="../media/image27.svg"/><Relationship Id="rId7" Type="http://schemas.openxmlformats.org/officeDocument/2006/relationships/image" Target="../media/image31.svg"/><Relationship Id="rId12" Type="http://schemas.openxmlformats.org/officeDocument/2006/relationships/image" Target="../media/image38.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svg"/></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41.png"/><Relationship Id="rId3" Type="http://schemas.openxmlformats.org/officeDocument/2006/relationships/image" Target="../media/image27.svg"/><Relationship Id="rId7" Type="http://schemas.openxmlformats.org/officeDocument/2006/relationships/image" Target="../media/image31.svg"/><Relationship Id="rId12" Type="http://schemas.openxmlformats.org/officeDocument/2006/relationships/image" Target="../media/image40.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sv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43.png"/><Relationship Id="rId3" Type="http://schemas.openxmlformats.org/officeDocument/2006/relationships/image" Target="../media/image27.svg"/><Relationship Id="rId7" Type="http://schemas.openxmlformats.org/officeDocument/2006/relationships/image" Target="../media/image31.svg"/><Relationship Id="rId12" Type="http://schemas.openxmlformats.org/officeDocument/2006/relationships/image" Target="../media/image42.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Vegetables on display at a market">
            <a:extLst>
              <a:ext uri="{FF2B5EF4-FFF2-40B4-BE49-F238E27FC236}">
                <a16:creationId xmlns:a16="http://schemas.microsoft.com/office/drawing/2014/main" id="{0911F8E4-45DB-D7F3-D0D0-285917623851}"/>
              </a:ext>
            </a:extLst>
          </p:cNvPr>
          <p:cNvPicPr>
            <a:picLocks noChangeAspect="1"/>
          </p:cNvPicPr>
          <p:nvPr/>
        </p:nvPicPr>
        <p:blipFill>
          <a:blip r:embed="rId2"/>
          <a:srcRect t="4639" b="11091"/>
          <a:stretch>
            <a:fillRect/>
          </a:stretch>
        </p:blipFill>
        <p:spPr>
          <a:xfrm>
            <a:off x="-3047" y="10"/>
            <a:ext cx="12191999" cy="6857990"/>
          </a:xfrm>
          <a:prstGeom prst="rect">
            <a:avLst/>
          </a:prstGeom>
        </p:spPr>
      </p:pic>
      <p:sp>
        <p:nvSpPr>
          <p:cNvPr id="4" name="Rectangle 3">
            <a:extLst>
              <a:ext uri="{FF2B5EF4-FFF2-40B4-BE49-F238E27FC236}">
                <a16:creationId xmlns:a16="http://schemas.microsoft.com/office/drawing/2014/main" id="{62480750-81BF-A892-8FFF-A2AEB46C2583}"/>
              </a:ext>
            </a:extLst>
          </p:cNvPr>
          <p:cNvSpPr/>
          <p:nvPr/>
        </p:nvSpPr>
        <p:spPr>
          <a:xfrm>
            <a:off x="2563612" y="973775"/>
            <a:ext cx="6876947" cy="923330"/>
          </a:xfrm>
          <a:prstGeom prst="rect">
            <a:avLst/>
          </a:prstGeom>
          <a:noFill/>
        </p:spPr>
        <p:txBody>
          <a:bodyPr wrap="none" lIns="91440" tIns="45720" rIns="91440" bIns="45720">
            <a:spAutoFit/>
          </a:bodyPr>
          <a:lstStyle/>
          <a:p>
            <a:pPr algn="ctr"/>
            <a:r>
              <a:rPr lang="en-GB" sz="5400" b="1" spc="50" dirty="0">
                <a:ln w="9525" cmpd="sng">
                  <a:solidFill>
                    <a:schemeClr val="accent1"/>
                  </a:solidFill>
                  <a:prstDash val="solid"/>
                </a:ln>
                <a:solidFill>
                  <a:srgbClr val="70AD47">
                    <a:tint val="1000"/>
                  </a:srgbClr>
                </a:solidFill>
                <a:effectLst>
                  <a:glow rad="38100">
                    <a:schemeClr val="accent1">
                      <a:alpha val="40000"/>
                    </a:schemeClr>
                  </a:glow>
                </a:effectLst>
              </a:rPr>
              <a:t>Topic : Farmers Market</a:t>
            </a:r>
            <a:endParaRPr lang="en-IN" sz="54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13" name="TextBox 12">
            <a:extLst>
              <a:ext uri="{FF2B5EF4-FFF2-40B4-BE49-F238E27FC236}">
                <a16:creationId xmlns:a16="http://schemas.microsoft.com/office/drawing/2014/main" id="{8CEDA100-8092-F59D-8297-ED6F429A628A}"/>
              </a:ext>
            </a:extLst>
          </p:cNvPr>
          <p:cNvSpPr txBox="1"/>
          <p:nvPr/>
        </p:nvSpPr>
        <p:spPr>
          <a:xfrm>
            <a:off x="779033" y="2950753"/>
            <a:ext cx="6671531" cy="461665"/>
          </a:xfrm>
          <a:prstGeom prst="rect">
            <a:avLst/>
          </a:prstGeom>
          <a:noFill/>
        </p:spPr>
        <p:txBody>
          <a:bodyPr wrap="square" rtlCol="0">
            <a:spAutoFit/>
          </a:bodyPr>
          <a:lstStyle/>
          <a:p>
            <a:r>
              <a:rPr lang="en-GB" sz="2400" b="1" dirty="0">
                <a:solidFill>
                  <a:schemeClr val="bg1"/>
                </a:solidFill>
              </a:rPr>
              <a:t>Tools used </a:t>
            </a:r>
            <a:r>
              <a:rPr lang="en-GB" sz="2400" dirty="0">
                <a:solidFill>
                  <a:schemeClr val="bg1"/>
                </a:solidFill>
              </a:rPr>
              <a:t>: </a:t>
            </a:r>
            <a:r>
              <a:rPr lang="en-IN" sz="2000" dirty="0">
                <a:solidFill>
                  <a:schemeClr val="bg1"/>
                </a:solidFill>
              </a:rPr>
              <a:t>MySQL Workbench  </a:t>
            </a:r>
          </a:p>
        </p:txBody>
      </p:sp>
      <p:sp>
        <p:nvSpPr>
          <p:cNvPr id="14" name="TextBox 13">
            <a:extLst>
              <a:ext uri="{FF2B5EF4-FFF2-40B4-BE49-F238E27FC236}">
                <a16:creationId xmlns:a16="http://schemas.microsoft.com/office/drawing/2014/main" id="{BB7F313F-1357-E586-6D88-4079FDFBC475}"/>
              </a:ext>
            </a:extLst>
          </p:cNvPr>
          <p:cNvSpPr txBox="1"/>
          <p:nvPr/>
        </p:nvSpPr>
        <p:spPr>
          <a:xfrm>
            <a:off x="660981" y="4155569"/>
            <a:ext cx="7685314" cy="2246769"/>
          </a:xfrm>
          <a:prstGeom prst="rect">
            <a:avLst/>
          </a:prstGeom>
          <a:noFill/>
        </p:spPr>
        <p:txBody>
          <a:bodyPr wrap="square" rtlCol="0">
            <a:spAutoFit/>
          </a:bodyPr>
          <a:lstStyle/>
          <a:p>
            <a:r>
              <a:rPr lang="en-GB" dirty="0">
                <a:solidFill>
                  <a:schemeClr val="bg1"/>
                </a:solidFill>
              </a:rPr>
              <a:t> </a:t>
            </a:r>
            <a:r>
              <a:rPr lang="en-GB" sz="2000" dirty="0">
                <a:solidFill>
                  <a:schemeClr val="bg1"/>
                </a:solidFill>
              </a:rPr>
              <a:t>This project focuses on applying SQL techniques to </a:t>
            </a:r>
            <a:r>
              <a:rPr lang="en-GB" sz="2000" dirty="0" err="1">
                <a:solidFill>
                  <a:schemeClr val="bg1"/>
                </a:solidFill>
              </a:rPr>
              <a:t>analyze</a:t>
            </a:r>
            <a:r>
              <a:rPr lang="en-GB" sz="2000" dirty="0">
                <a:solidFill>
                  <a:schemeClr val="bg1"/>
                </a:solidFill>
              </a:rPr>
              <a:t> customer, purchase, and vendor data across multiple datasets. It includes queries that filter customer names, categorize purchase amounts using CASE statements, summarize vendor–product relationships, and apply aggregations through GROUP BY and ORDER BY. The project demonstrates the ability to transform raw data into meaningful insights using core SQL operations. </a:t>
            </a:r>
            <a:endParaRPr lang="en-IN" sz="2000" dirty="0">
              <a:solidFill>
                <a:schemeClr val="bg1"/>
              </a:solidFill>
            </a:endParaRPr>
          </a:p>
        </p:txBody>
      </p:sp>
      <p:sp>
        <p:nvSpPr>
          <p:cNvPr id="15" name="TextBox 14">
            <a:extLst>
              <a:ext uri="{FF2B5EF4-FFF2-40B4-BE49-F238E27FC236}">
                <a16:creationId xmlns:a16="http://schemas.microsoft.com/office/drawing/2014/main" id="{5E573310-92A3-A828-0ADD-47E5A323BDE1}"/>
              </a:ext>
            </a:extLst>
          </p:cNvPr>
          <p:cNvSpPr txBox="1"/>
          <p:nvPr/>
        </p:nvSpPr>
        <p:spPr>
          <a:xfrm>
            <a:off x="775986" y="3722915"/>
            <a:ext cx="3575253" cy="461665"/>
          </a:xfrm>
          <a:prstGeom prst="rect">
            <a:avLst/>
          </a:prstGeom>
          <a:noFill/>
        </p:spPr>
        <p:txBody>
          <a:bodyPr wrap="square" rtlCol="0">
            <a:spAutoFit/>
          </a:bodyPr>
          <a:lstStyle/>
          <a:p>
            <a:r>
              <a:rPr lang="en-GB" sz="2400" b="1" dirty="0">
                <a:solidFill>
                  <a:schemeClr val="bg1"/>
                </a:solidFill>
              </a:rPr>
              <a:t>Description :</a:t>
            </a:r>
            <a:endParaRPr lang="en-IN" sz="2400" b="1" dirty="0"/>
          </a:p>
        </p:txBody>
      </p:sp>
    </p:spTree>
    <p:extLst>
      <p:ext uri="{BB962C8B-B14F-4D97-AF65-F5344CB8AC3E}">
        <p14:creationId xmlns:p14="http://schemas.microsoft.com/office/powerpoint/2010/main" val="1415231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FA69AAE0-49D5-4C8B-8BA2-55898C00E0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Baskets of vegetables in baskets&#10;&#10;AI-generated content may be incorrect.">
            <a:extLst>
              <a:ext uri="{FF2B5EF4-FFF2-40B4-BE49-F238E27FC236}">
                <a16:creationId xmlns:a16="http://schemas.microsoft.com/office/drawing/2014/main" id="{B1E4D6AF-E257-B2BE-DF30-E2BD9C72913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2" b="2394"/>
          <a:stretch>
            <a:fillRect/>
          </a:stretch>
        </p:blipFill>
        <p:spPr>
          <a:xfrm>
            <a:off x="0" y="23153"/>
            <a:ext cx="5649686" cy="6834847"/>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10" name="Rectangle 9">
            <a:extLst>
              <a:ext uri="{FF2B5EF4-FFF2-40B4-BE49-F238E27FC236}">
                <a16:creationId xmlns:a16="http://schemas.microsoft.com/office/drawing/2014/main" id="{F6867C8A-7848-4F29-17BD-F2705DDC531D}"/>
              </a:ext>
            </a:extLst>
          </p:cNvPr>
          <p:cNvSpPr/>
          <p:nvPr/>
        </p:nvSpPr>
        <p:spPr>
          <a:xfrm>
            <a:off x="5453741" y="5793455"/>
            <a:ext cx="5481321" cy="841323"/>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4400" b="1" kern="1200" cap="none" spc="0" dirty="0">
                <a:ln w="9525">
                  <a:solidFill>
                    <a:schemeClr val="bg1"/>
                  </a:solidFill>
                  <a:prstDash val="solid"/>
                </a:ln>
                <a:solidFill>
                  <a:schemeClr val="tx1"/>
                </a:solidFill>
                <a:effectLst>
                  <a:outerShdw blurRad="12700" dist="38100" dir="2700000" algn="tl" rotWithShape="0">
                    <a:schemeClr val="accent5">
                      <a:lumMod val="60000"/>
                      <a:lumOff val="40000"/>
                    </a:schemeClr>
                  </a:outerShdw>
                </a:effectLst>
                <a:latin typeface="+mj-lt"/>
                <a:ea typeface="+mj-ea"/>
                <a:cs typeface="+mj-cs"/>
              </a:rPr>
              <a:t>Database Schema</a:t>
            </a:r>
          </a:p>
        </p:txBody>
      </p:sp>
      <p:pic>
        <p:nvPicPr>
          <p:cNvPr id="12" name="Picture 11">
            <a:extLst>
              <a:ext uri="{FF2B5EF4-FFF2-40B4-BE49-F238E27FC236}">
                <a16:creationId xmlns:a16="http://schemas.microsoft.com/office/drawing/2014/main" id="{4AB0773A-0717-6616-67E3-5B01A965C27F}"/>
              </a:ext>
            </a:extLst>
          </p:cNvPr>
          <p:cNvPicPr>
            <a:picLocks noChangeAspect="1"/>
          </p:cNvPicPr>
          <p:nvPr/>
        </p:nvPicPr>
        <p:blipFill>
          <a:blip r:embed="rId4"/>
          <a:stretch>
            <a:fillRect/>
          </a:stretch>
        </p:blipFill>
        <p:spPr>
          <a:xfrm>
            <a:off x="3429000" y="119743"/>
            <a:ext cx="8644634" cy="557712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27251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575BC60-F6AC-9066-A741-062EADEEB37B}"/>
              </a:ext>
            </a:extLst>
          </p:cNvPr>
          <p:cNvSpPr/>
          <p:nvPr/>
        </p:nvSpPr>
        <p:spPr>
          <a:xfrm>
            <a:off x="370113" y="381003"/>
            <a:ext cx="957943" cy="892629"/>
          </a:xfrm>
          <a:prstGeom prst="roundRect">
            <a:avLst/>
          </a:prstGeom>
          <a:solidFill>
            <a:srgbClr val="FF5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E73BE416-A2B0-FF31-6F42-8965B7F36EB9}"/>
              </a:ext>
            </a:extLst>
          </p:cNvPr>
          <p:cNvSpPr/>
          <p:nvPr/>
        </p:nvSpPr>
        <p:spPr>
          <a:xfrm>
            <a:off x="370112" y="1600203"/>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076137BE-67EF-97A4-4A9A-7AC07537DA84}"/>
              </a:ext>
            </a:extLst>
          </p:cNvPr>
          <p:cNvSpPr/>
          <p:nvPr/>
        </p:nvSpPr>
        <p:spPr>
          <a:xfrm>
            <a:off x="370112" y="2928258"/>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73881C08-73DA-06E4-6E92-269AA10DAE44}"/>
              </a:ext>
            </a:extLst>
          </p:cNvPr>
          <p:cNvSpPr/>
          <p:nvPr/>
        </p:nvSpPr>
        <p:spPr>
          <a:xfrm>
            <a:off x="370112" y="4256313"/>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A925C3C0-DADB-613E-0172-6F56384F1959}"/>
              </a:ext>
            </a:extLst>
          </p:cNvPr>
          <p:cNvSpPr/>
          <p:nvPr/>
        </p:nvSpPr>
        <p:spPr>
          <a:xfrm>
            <a:off x="370112" y="5584368"/>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Graphic 10" descr="Badge 1 with solid fill">
            <a:extLst>
              <a:ext uri="{FF2B5EF4-FFF2-40B4-BE49-F238E27FC236}">
                <a16:creationId xmlns:a16="http://schemas.microsoft.com/office/drawing/2014/main" id="{A136BC22-95F8-FCA3-802C-977BFB3AF4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7131" y="476257"/>
            <a:ext cx="688520" cy="688520"/>
          </a:xfrm>
          <a:prstGeom prst="rect">
            <a:avLst/>
          </a:prstGeom>
        </p:spPr>
      </p:pic>
      <p:pic>
        <p:nvPicPr>
          <p:cNvPr id="15" name="Graphic 14" descr="Badge with solid fill">
            <a:extLst>
              <a:ext uri="{FF2B5EF4-FFF2-40B4-BE49-F238E27FC236}">
                <a16:creationId xmlns:a16="http://schemas.microsoft.com/office/drawing/2014/main" id="{6FF29074-7ABD-16A5-94D6-1A7FD2A7173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2640" y="1665517"/>
            <a:ext cx="762000" cy="762000"/>
          </a:xfrm>
          <a:prstGeom prst="rect">
            <a:avLst/>
          </a:prstGeom>
        </p:spPr>
      </p:pic>
      <p:pic>
        <p:nvPicPr>
          <p:cNvPr id="23" name="Graphic 22" descr="Badge 3 with solid fill">
            <a:extLst>
              <a:ext uri="{FF2B5EF4-FFF2-40B4-BE49-F238E27FC236}">
                <a16:creationId xmlns:a16="http://schemas.microsoft.com/office/drawing/2014/main" id="{94F8AE67-8243-015E-75D7-BC451693907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3934" y="3015343"/>
            <a:ext cx="718457" cy="718457"/>
          </a:xfrm>
          <a:prstGeom prst="rect">
            <a:avLst/>
          </a:prstGeom>
        </p:spPr>
      </p:pic>
      <p:pic>
        <p:nvPicPr>
          <p:cNvPr id="25" name="Graphic 24" descr="Badge 4 with solid fill">
            <a:extLst>
              <a:ext uri="{FF2B5EF4-FFF2-40B4-BE49-F238E27FC236}">
                <a16:creationId xmlns:a16="http://schemas.microsoft.com/office/drawing/2014/main" id="{65D8EA87-6122-3C0C-1B0F-803DB7E0CD5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3526" y="4327070"/>
            <a:ext cx="751114" cy="751114"/>
          </a:xfrm>
          <a:prstGeom prst="rect">
            <a:avLst/>
          </a:prstGeom>
        </p:spPr>
      </p:pic>
      <p:pic>
        <p:nvPicPr>
          <p:cNvPr id="27" name="Graphic 26" descr="Badge 5 with solid fill">
            <a:extLst>
              <a:ext uri="{FF2B5EF4-FFF2-40B4-BE49-F238E27FC236}">
                <a16:creationId xmlns:a16="http://schemas.microsoft.com/office/drawing/2014/main" id="{DE02CEEB-8585-A267-B955-AEE98944C36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7132" y="5668731"/>
            <a:ext cx="699408" cy="699408"/>
          </a:xfrm>
          <a:prstGeom prst="rect">
            <a:avLst/>
          </a:prstGeom>
        </p:spPr>
      </p:pic>
      <p:sp>
        <p:nvSpPr>
          <p:cNvPr id="28" name="Rectangle: Rounded Corners 27">
            <a:extLst>
              <a:ext uri="{FF2B5EF4-FFF2-40B4-BE49-F238E27FC236}">
                <a16:creationId xmlns:a16="http://schemas.microsoft.com/office/drawing/2014/main" id="{B95ED4D9-2A21-94A5-54A3-3ACF000E4A64}"/>
              </a:ext>
            </a:extLst>
          </p:cNvPr>
          <p:cNvSpPr/>
          <p:nvPr/>
        </p:nvSpPr>
        <p:spPr>
          <a:xfrm>
            <a:off x="1545771" y="108857"/>
            <a:ext cx="10461172" cy="6520543"/>
          </a:xfrm>
          <a:prstGeom prst="roundRect">
            <a:avLst>
              <a:gd name="adj" fmla="val 6984"/>
            </a:avLst>
          </a:prstGeom>
          <a:solidFill>
            <a:srgbClr val="FF5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C0DD4F51-D243-3B1A-7869-C10020E48C47}"/>
              </a:ext>
            </a:extLst>
          </p:cNvPr>
          <p:cNvPicPr>
            <a:picLocks noChangeAspect="1"/>
          </p:cNvPicPr>
          <p:nvPr/>
        </p:nvPicPr>
        <p:blipFill>
          <a:blip r:embed="rId12"/>
          <a:stretch>
            <a:fillRect/>
          </a:stretch>
        </p:blipFill>
        <p:spPr>
          <a:xfrm>
            <a:off x="2030284" y="1423269"/>
            <a:ext cx="9693633" cy="1004248"/>
          </a:xfrm>
          <a:prstGeom prst="rect">
            <a:avLst/>
          </a:prstGeom>
          <a:ln w="88900" cap="sq" cmpd="thickThin">
            <a:solidFill>
              <a:srgbClr val="000000"/>
            </a:solidFill>
            <a:prstDash val="solid"/>
            <a:miter lim="800000"/>
          </a:ln>
          <a:effectLst>
            <a:innerShdw blurRad="76200">
              <a:srgbClr val="000000"/>
            </a:innerShdw>
          </a:effectLst>
        </p:spPr>
      </p:pic>
      <p:pic>
        <p:nvPicPr>
          <p:cNvPr id="32" name="Picture 31">
            <a:extLst>
              <a:ext uri="{FF2B5EF4-FFF2-40B4-BE49-F238E27FC236}">
                <a16:creationId xmlns:a16="http://schemas.microsoft.com/office/drawing/2014/main" id="{890DAB75-BA4C-7B46-43B1-C677C5810D6A}"/>
              </a:ext>
            </a:extLst>
          </p:cNvPr>
          <p:cNvPicPr>
            <a:picLocks noChangeAspect="1"/>
          </p:cNvPicPr>
          <p:nvPr/>
        </p:nvPicPr>
        <p:blipFill>
          <a:blip r:embed="rId13"/>
          <a:stretch>
            <a:fillRect/>
          </a:stretch>
        </p:blipFill>
        <p:spPr>
          <a:xfrm>
            <a:off x="3286470" y="3141326"/>
            <a:ext cx="6674974" cy="115228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690149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3F9A6-67C1-4E90-DEAC-8B8CA27ACAB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F52B4B3-3679-8643-D14B-7E25EFF39EA3}"/>
              </a:ext>
            </a:extLst>
          </p:cNvPr>
          <p:cNvSpPr/>
          <p:nvPr/>
        </p:nvSpPr>
        <p:spPr>
          <a:xfrm>
            <a:off x="370113" y="381003"/>
            <a:ext cx="957943" cy="892629"/>
          </a:xfrm>
          <a:prstGeom prst="roundRect">
            <a:avLst/>
          </a:prstGeom>
          <a:solidFill>
            <a:srgbClr val="FF5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C3FEEA68-83A0-25D5-A56D-E0958D6F4CD3}"/>
              </a:ext>
            </a:extLst>
          </p:cNvPr>
          <p:cNvSpPr/>
          <p:nvPr/>
        </p:nvSpPr>
        <p:spPr>
          <a:xfrm>
            <a:off x="370112" y="1600203"/>
            <a:ext cx="957943" cy="892629"/>
          </a:xfrm>
          <a:prstGeom prst="roundRect">
            <a:avLst/>
          </a:prstGeom>
          <a:solidFill>
            <a:srgbClr val="CC6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93379BD-E1D1-53EA-FF69-22495BA82B65}"/>
              </a:ext>
            </a:extLst>
          </p:cNvPr>
          <p:cNvSpPr/>
          <p:nvPr/>
        </p:nvSpPr>
        <p:spPr>
          <a:xfrm>
            <a:off x="370112" y="2928258"/>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C98B47CE-C136-ABE8-D340-8D9F9BDE2551}"/>
              </a:ext>
            </a:extLst>
          </p:cNvPr>
          <p:cNvSpPr/>
          <p:nvPr/>
        </p:nvSpPr>
        <p:spPr>
          <a:xfrm>
            <a:off x="370112" y="4256313"/>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7D5A6D23-1F19-DFAD-0024-955BA226E921}"/>
              </a:ext>
            </a:extLst>
          </p:cNvPr>
          <p:cNvSpPr/>
          <p:nvPr/>
        </p:nvSpPr>
        <p:spPr>
          <a:xfrm>
            <a:off x="370112" y="5584368"/>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Graphic 10" descr="Badge 1 with solid fill">
            <a:extLst>
              <a:ext uri="{FF2B5EF4-FFF2-40B4-BE49-F238E27FC236}">
                <a16:creationId xmlns:a16="http://schemas.microsoft.com/office/drawing/2014/main" id="{86A57E40-B797-887C-D1EE-A6AAC7D867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7131" y="476257"/>
            <a:ext cx="688520" cy="688520"/>
          </a:xfrm>
          <a:prstGeom prst="rect">
            <a:avLst/>
          </a:prstGeom>
        </p:spPr>
      </p:pic>
      <p:pic>
        <p:nvPicPr>
          <p:cNvPr id="15" name="Graphic 14" descr="Badge with solid fill">
            <a:extLst>
              <a:ext uri="{FF2B5EF4-FFF2-40B4-BE49-F238E27FC236}">
                <a16:creationId xmlns:a16="http://schemas.microsoft.com/office/drawing/2014/main" id="{4DE29ABA-310B-7495-74D0-09E5188519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2640" y="1665517"/>
            <a:ext cx="762000" cy="762000"/>
          </a:xfrm>
          <a:prstGeom prst="rect">
            <a:avLst/>
          </a:prstGeom>
        </p:spPr>
      </p:pic>
      <p:pic>
        <p:nvPicPr>
          <p:cNvPr id="23" name="Graphic 22" descr="Badge 3 with solid fill">
            <a:extLst>
              <a:ext uri="{FF2B5EF4-FFF2-40B4-BE49-F238E27FC236}">
                <a16:creationId xmlns:a16="http://schemas.microsoft.com/office/drawing/2014/main" id="{A4A7CEFC-818A-A0A5-F3DF-22B8FBCF31B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3934" y="3015343"/>
            <a:ext cx="718457" cy="718457"/>
          </a:xfrm>
          <a:prstGeom prst="rect">
            <a:avLst/>
          </a:prstGeom>
        </p:spPr>
      </p:pic>
      <p:pic>
        <p:nvPicPr>
          <p:cNvPr id="25" name="Graphic 24" descr="Badge 4 with solid fill">
            <a:extLst>
              <a:ext uri="{FF2B5EF4-FFF2-40B4-BE49-F238E27FC236}">
                <a16:creationId xmlns:a16="http://schemas.microsoft.com/office/drawing/2014/main" id="{74CA250D-AB04-078F-7175-4674FF90D8C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3526" y="4327070"/>
            <a:ext cx="751114" cy="751114"/>
          </a:xfrm>
          <a:prstGeom prst="rect">
            <a:avLst/>
          </a:prstGeom>
        </p:spPr>
      </p:pic>
      <p:pic>
        <p:nvPicPr>
          <p:cNvPr id="27" name="Graphic 26" descr="Badge 5 with solid fill">
            <a:extLst>
              <a:ext uri="{FF2B5EF4-FFF2-40B4-BE49-F238E27FC236}">
                <a16:creationId xmlns:a16="http://schemas.microsoft.com/office/drawing/2014/main" id="{8E91BF4F-B2FF-5E5B-FDB9-FA4EA0149E9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7132" y="5668731"/>
            <a:ext cx="699408" cy="699408"/>
          </a:xfrm>
          <a:prstGeom prst="rect">
            <a:avLst/>
          </a:prstGeom>
        </p:spPr>
      </p:pic>
      <p:sp>
        <p:nvSpPr>
          <p:cNvPr id="28" name="Rectangle: Rounded Corners 27">
            <a:extLst>
              <a:ext uri="{FF2B5EF4-FFF2-40B4-BE49-F238E27FC236}">
                <a16:creationId xmlns:a16="http://schemas.microsoft.com/office/drawing/2014/main" id="{018EF39C-A2F7-6BC6-B587-9781DE5EA2E0}"/>
              </a:ext>
            </a:extLst>
          </p:cNvPr>
          <p:cNvSpPr/>
          <p:nvPr/>
        </p:nvSpPr>
        <p:spPr>
          <a:xfrm>
            <a:off x="1545771" y="108857"/>
            <a:ext cx="10461172" cy="6520543"/>
          </a:xfrm>
          <a:prstGeom prst="roundRect">
            <a:avLst>
              <a:gd name="adj" fmla="val 6984"/>
            </a:avLst>
          </a:prstGeom>
          <a:solidFill>
            <a:srgbClr val="CC6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FFEF22A1-23DD-CF31-A003-609C282F6A68}"/>
              </a:ext>
            </a:extLst>
          </p:cNvPr>
          <p:cNvPicPr>
            <a:picLocks noChangeAspect="1"/>
          </p:cNvPicPr>
          <p:nvPr/>
        </p:nvPicPr>
        <p:blipFill>
          <a:blip r:embed="rId12"/>
          <a:stretch>
            <a:fillRect/>
          </a:stretch>
        </p:blipFill>
        <p:spPr>
          <a:xfrm>
            <a:off x="2060126" y="1122629"/>
            <a:ext cx="9644743" cy="1847775"/>
          </a:xfrm>
          <a:prstGeom prst="rect">
            <a:avLst/>
          </a:prstGeom>
          <a:ln w="88900" cap="sq" cmpd="thickThin">
            <a:solidFill>
              <a:srgbClr val="000000"/>
            </a:solidFill>
            <a:prstDash val="solid"/>
            <a:miter lim="800000"/>
          </a:ln>
          <a:effectLst>
            <a:innerShdw blurRad="76200">
              <a:srgbClr val="000000"/>
            </a:innerShdw>
          </a:effectLst>
        </p:spPr>
      </p:pic>
      <p:pic>
        <p:nvPicPr>
          <p:cNvPr id="10" name="Picture 9">
            <a:extLst>
              <a:ext uri="{FF2B5EF4-FFF2-40B4-BE49-F238E27FC236}">
                <a16:creationId xmlns:a16="http://schemas.microsoft.com/office/drawing/2014/main" id="{CB321D03-26CB-A9F7-70DF-DAF6B33220E4}"/>
              </a:ext>
            </a:extLst>
          </p:cNvPr>
          <p:cNvPicPr>
            <a:picLocks noChangeAspect="1"/>
          </p:cNvPicPr>
          <p:nvPr/>
        </p:nvPicPr>
        <p:blipFill>
          <a:blip r:embed="rId13"/>
          <a:stretch>
            <a:fillRect/>
          </a:stretch>
        </p:blipFill>
        <p:spPr>
          <a:xfrm>
            <a:off x="3374884" y="3429000"/>
            <a:ext cx="6154647" cy="135102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23280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ADA73-291E-ECC8-FCCA-3E671EE7CE4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EA25C01-CFEB-C5C2-8FDE-8E18D3D035C3}"/>
              </a:ext>
            </a:extLst>
          </p:cNvPr>
          <p:cNvSpPr/>
          <p:nvPr/>
        </p:nvSpPr>
        <p:spPr>
          <a:xfrm>
            <a:off x="370113" y="381003"/>
            <a:ext cx="957943" cy="892629"/>
          </a:xfrm>
          <a:prstGeom prst="roundRect">
            <a:avLst/>
          </a:prstGeom>
          <a:solidFill>
            <a:srgbClr val="FF5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A27236E9-825C-0EFE-C393-02810CAF45FA}"/>
              </a:ext>
            </a:extLst>
          </p:cNvPr>
          <p:cNvSpPr/>
          <p:nvPr/>
        </p:nvSpPr>
        <p:spPr>
          <a:xfrm>
            <a:off x="370112" y="1600203"/>
            <a:ext cx="957943" cy="892629"/>
          </a:xfrm>
          <a:prstGeom prst="roundRect">
            <a:avLst/>
          </a:prstGeom>
          <a:solidFill>
            <a:srgbClr val="CC6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F7FC7BDF-5E41-3E90-7155-CED5A590BF68}"/>
              </a:ext>
            </a:extLst>
          </p:cNvPr>
          <p:cNvSpPr/>
          <p:nvPr/>
        </p:nvSpPr>
        <p:spPr>
          <a:xfrm>
            <a:off x="370112" y="2928258"/>
            <a:ext cx="957943" cy="892629"/>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F71E8A25-B2EB-8AED-9430-6EA62614289E}"/>
              </a:ext>
            </a:extLst>
          </p:cNvPr>
          <p:cNvSpPr/>
          <p:nvPr/>
        </p:nvSpPr>
        <p:spPr>
          <a:xfrm>
            <a:off x="370112" y="4256313"/>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D3E5F57B-C9A4-175C-A5AE-A58DC88465B2}"/>
              </a:ext>
            </a:extLst>
          </p:cNvPr>
          <p:cNvSpPr/>
          <p:nvPr/>
        </p:nvSpPr>
        <p:spPr>
          <a:xfrm>
            <a:off x="370112" y="5584368"/>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Graphic 10" descr="Badge 1 with solid fill">
            <a:extLst>
              <a:ext uri="{FF2B5EF4-FFF2-40B4-BE49-F238E27FC236}">
                <a16:creationId xmlns:a16="http://schemas.microsoft.com/office/drawing/2014/main" id="{3DDD5358-3FEF-F83F-3369-8151F20DA6B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7131" y="476257"/>
            <a:ext cx="688520" cy="688520"/>
          </a:xfrm>
          <a:prstGeom prst="rect">
            <a:avLst/>
          </a:prstGeom>
        </p:spPr>
      </p:pic>
      <p:pic>
        <p:nvPicPr>
          <p:cNvPr id="15" name="Graphic 14" descr="Badge with solid fill">
            <a:extLst>
              <a:ext uri="{FF2B5EF4-FFF2-40B4-BE49-F238E27FC236}">
                <a16:creationId xmlns:a16="http://schemas.microsoft.com/office/drawing/2014/main" id="{CD63C3E1-7A39-C457-7824-35030B202B1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2640" y="1665517"/>
            <a:ext cx="762000" cy="762000"/>
          </a:xfrm>
          <a:prstGeom prst="rect">
            <a:avLst/>
          </a:prstGeom>
        </p:spPr>
      </p:pic>
      <p:pic>
        <p:nvPicPr>
          <p:cNvPr id="23" name="Graphic 22" descr="Badge 3 with solid fill">
            <a:extLst>
              <a:ext uri="{FF2B5EF4-FFF2-40B4-BE49-F238E27FC236}">
                <a16:creationId xmlns:a16="http://schemas.microsoft.com/office/drawing/2014/main" id="{83459BE2-188C-E3E1-3EEF-3EFC55AE151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3934" y="3015343"/>
            <a:ext cx="718457" cy="718457"/>
          </a:xfrm>
          <a:prstGeom prst="rect">
            <a:avLst/>
          </a:prstGeom>
        </p:spPr>
      </p:pic>
      <p:pic>
        <p:nvPicPr>
          <p:cNvPr id="25" name="Graphic 24" descr="Badge 4 with solid fill">
            <a:extLst>
              <a:ext uri="{FF2B5EF4-FFF2-40B4-BE49-F238E27FC236}">
                <a16:creationId xmlns:a16="http://schemas.microsoft.com/office/drawing/2014/main" id="{CCB9B5C7-8F43-E185-9DA0-163D1089F36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3526" y="4327070"/>
            <a:ext cx="751114" cy="751114"/>
          </a:xfrm>
          <a:prstGeom prst="rect">
            <a:avLst/>
          </a:prstGeom>
        </p:spPr>
      </p:pic>
      <p:pic>
        <p:nvPicPr>
          <p:cNvPr id="27" name="Graphic 26" descr="Badge 5 with solid fill">
            <a:extLst>
              <a:ext uri="{FF2B5EF4-FFF2-40B4-BE49-F238E27FC236}">
                <a16:creationId xmlns:a16="http://schemas.microsoft.com/office/drawing/2014/main" id="{1A201DB5-C4D9-A12C-0223-8546D150427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7132" y="5668731"/>
            <a:ext cx="699408" cy="699408"/>
          </a:xfrm>
          <a:prstGeom prst="rect">
            <a:avLst/>
          </a:prstGeom>
        </p:spPr>
      </p:pic>
      <p:sp>
        <p:nvSpPr>
          <p:cNvPr id="28" name="Rectangle: Rounded Corners 27">
            <a:extLst>
              <a:ext uri="{FF2B5EF4-FFF2-40B4-BE49-F238E27FC236}">
                <a16:creationId xmlns:a16="http://schemas.microsoft.com/office/drawing/2014/main" id="{CC7B9470-0D5D-25FD-06D2-A0E202C09DFC}"/>
              </a:ext>
            </a:extLst>
          </p:cNvPr>
          <p:cNvSpPr/>
          <p:nvPr/>
        </p:nvSpPr>
        <p:spPr>
          <a:xfrm>
            <a:off x="1545771" y="108857"/>
            <a:ext cx="10461172" cy="6520543"/>
          </a:xfrm>
          <a:prstGeom prst="roundRect">
            <a:avLst>
              <a:gd name="adj" fmla="val 6984"/>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F5DAFD02-D15D-8D4B-2224-1987B195A992}"/>
              </a:ext>
            </a:extLst>
          </p:cNvPr>
          <p:cNvPicPr>
            <a:picLocks noChangeAspect="1"/>
          </p:cNvPicPr>
          <p:nvPr/>
        </p:nvPicPr>
        <p:blipFill>
          <a:blip r:embed="rId12"/>
          <a:stretch>
            <a:fillRect/>
          </a:stretch>
        </p:blipFill>
        <p:spPr>
          <a:xfrm>
            <a:off x="3087687" y="501223"/>
            <a:ext cx="7194865" cy="3362724"/>
          </a:xfrm>
          <a:prstGeom prst="rect">
            <a:avLst/>
          </a:prstGeom>
          <a:ln w="88900" cap="sq" cmpd="thickThin">
            <a:solidFill>
              <a:srgbClr val="000000"/>
            </a:solidFill>
            <a:prstDash val="solid"/>
            <a:miter lim="800000"/>
          </a:ln>
          <a:effectLst>
            <a:innerShdw blurRad="76200">
              <a:srgbClr val="000000"/>
            </a:innerShdw>
          </a:effectLst>
        </p:spPr>
      </p:pic>
      <p:pic>
        <p:nvPicPr>
          <p:cNvPr id="13" name="Picture 12">
            <a:extLst>
              <a:ext uri="{FF2B5EF4-FFF2-40B4-BE49-F238E27FC236}">
                <a16:creationId xmlns:a16="http://schemas.microsoft.com/office/drawing/2014/main" id="{D31F9D33-A950-89BE-D970-F9C55F54E232}"/>
              </a:ext>
            </a:extLst>
          </p:cNvPr>
          <p:cNvPicPr>
            <a:picLocks noChangeAspect="1"/>
          </p:cNvPicPr>
          <p:nvPr/>
        </p:nvPicPr>
        <p:blipFill>
          <a:blip r:embed="rId13"/>
          <a:stretch>
            <a:fillRect/>
          </a:stretch>
        </p:blipFill>
        <p:spPr>
          <a:xfrm>
            <a:off x="4498381" y="4327070"/>
            <a:ext cx="4373476" cy="183171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31709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DE6F6-3420-DD13-5065-A74ED2399E4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A3924D9-822F-56F7-2261-7F2D1B91EF33}"/>
              </a:ext>
            </a:extLst>
          </p:cNvPr>
          <p:cNvSpPr/>
          <p:nvPr/>
        </p:nvSpPr>
        <p:spPr>
          <a:xfrm>
            <a:off x="370113" y="381003"/>
            <a:ext cx="957943" cy="892629"/>
          </a:xfrm>
          <a:prstGeom prst="roundRect">
            <a:avLst/>
          </a:prstGeom>
          <a:solidFill>
            <a:srgbClr val="FF5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921A2DFC-DA87-AFAF-A882-5281BB9DF45F}"/>
              </a:ext>
            </a:extLst>
          </p:cNvPr>
          <p:cNvSpPr/>
          <p:nvPr/>
        </p:nvSpPr>
        <p:spPr>
          <a:xfrm>
            <a:off x="370112" y="1600203"/>
            <a:ext cx="957943" cy="892629"/>
          </a:xfrm>
          <a:prstGeom prst="roundRect">
            <a:avLst/>
          </a:prstGeom>
          <a:solidFill>
            <a:srgbClr val="CC6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C9E10515-97AC-52D4-591E-5FF223857333}"/>
              </a:ext>
            </a:extLst>
          </p:cNvPr>
          <p:cNvSpPr/>
          <p:nvPr/>
        </p:nvSpPr>
        <p:spPr>
          <a:xfrm>
            <a:off x="370112" y="2928258"/>
            <a:ext cx="957943" cy="892629"/>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B5257787-D974-B182-6419-BA0811A733F2}"/>
              </a:ext>
            </a:extLst>
          </p:cNvPr>
          <p:cNvSpPr/>
          <p:nvPr/>
        </p:nvSpPr>
        <p:spPr>
          <a:xfrm>
            <a:off x="370112" y="4256313"/>
            <a:ext cx="957943" cy="892629"/>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015F268-12F7-D35A-C1FE-97A36DD4C19B}"/>
              </a:ext>
            </a:extLst>
          </p:cNvPr>
          <p:cNvSpPr/>
          <p:nvPr/>
        </p:nvSpPr>
        <p:spPr>
          <a:xfrm>
            <a:off x="370112" y="5584368"/>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Graphic 10" descr="Badge 1 with solid fill">
            <a:extLst>
              <a:ext uri="{FF2B5EF4-FFF2-40B4-BE49-F238E27FC236}">
                <a16:creationId xmlns:a16="http://schemas.microsoft.com/office/drawing/2014/main" id="{9FE388B6-0E99-0409-E571-1E4901C3F9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7131" y="476257"/>
            <a:ext cx="688520" cy="688520"/>
          </a:xfrm>
          <a:prstGeom prst="rect">
            <a:avLst/>
          </a:prstGeom>
        </p:spPr>
      </p:pic>
      <p:pic>
        <p:nvPicPr>
          <p:cNvPr id="15" name="Graphic 14" descr="Badge with solid fill">
            <a:extLst>
              <a:ext uri="{FF2B5EF4-FFF2-40B4-BE49-F238E27FC236}">
                <a16:creationId xmlns:a16="http://schemas.microsoft.com/office/drawing/2014/main" id="{664D7AA6-67A4-66F3-8D98-48A2CAFD075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2640" y="1665517"/>
            <a:ext cx="762000" cy="762000"/>
          </a:xfrm>
          <a:prstGeom prst="rect">
            <a:avLst/>
          </a:prstGeom>
        </p:spPr>
      </p:pic>
      <p:pic>
        <p:nvPicPr>
          <p:cNvPr id="23" name="Graphic 22" descr="Badge 3 with solid fill">
            <a:extLst>
              <a:ext uri="{FF2B5EF4-FFF2-40B4-BE49-F238E27FC236}">
                <a16:creationId xmlns:a16="http://schemas.microsoft.com/office/drawing/2014/main" id="{4E870238-50AD-F929-B640-69AEE53B2B4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3934" y="3015343"/>
            <a:ext cx="718457" cy="718457"/>
          </a:xfrm>
          <a:prstGeom prst="rect">
            <a:avLst/>
          </a:prstGeom>
        </p:spPr>
      </p:pic>
      <p:pic>
        <p:nvPicPr>
          <p:cNvPr id="25" name="Graphic 24" descr="Badge 4 with solid fill">
            <a:extLst>
              <a:ext uri="{FF2B5EF4-FFF2-40B4-BE49-F238E27FC236}">
                <a16:creationId xmlns:a16="http://schemas.microsoft.com/office/drawing/2014/main" id="{97E6378E-DD1C-D139-6548-8E7D6360481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3526" y="4327070"/>
            <a:ext cx="751114" cy="751114"/>
          </a:xfrm>
          <a:prstGeom prst="rect">
            <a:avLst/>
          </a:prstGeom>
        </p:spPr>
      </p:pic>
      <p:pic>
        <p:nvPicPr>
          <p:cNvPr id="27" name="Graphic 26" descr="Badge 5 with solid fill">
            <a:extLst>
              <a:ext uri="{FF2B5EF4-FFF2-40B4-BE49-F238E27FC236}">
                <a16:creationId xmlns:a16="http://schemas.microsoft.com/office/drawing/2014/main" id="{D77A0FFF-9738-4AB7-01B4-0F23F003259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7132" y="5668731"/>
            <a:ext cx="699408" cy="699408"/>
          </a:xfrm>
          <a:prstGeom prst="rect">
            <a:avLst/>
          </a:prstGeom>
        </p:spPr>
      </p:pic>
      <p:sp>
        <p:nvSpPr>
          <p:cNvPr id="28" name="Rectangle: Rounded Corners 27">
            <a:extLst>
              <a:ext uri="{FF2B5EF4-FFF2-40B4-BE49-F238E27FC236}">
                <a16:creationId xmlns:a16="http://schemas.microsoft.com/office/drawing/2014/main" id="{1466F2F5-706A-415F-A898-30E753BD2867}"/>
              </a:ext>
            </a:extLst>
          </p:cNvPr>
          <p:cNvSpPr/>
          <p:nvPr/>
        </p:nvSpPr>
        <p:spPr>
          <a:xfrm>
            <a:off x="1545771" y="108857"/>
            <a:ext cx="10461172" cy="6520543"/>
          </a:xfrm>
          <a:prstGeom prst="roundRect">
            <a:avLst>
              <a:gd name="adj" fmla="val 6984"/>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9DCB0888-71FB-7897-DE3E-05E81D51521D}"/>
              </a:ext>
            </a:extLst>
          </p:cNvPr>
          <p:cNvPicPr>
            <a:picLocks noChangeAspect="1"/>
          </p:cNvPicPr>
          <p:nvPr/>
        </p:nvPicPr>
        <p:blipFill>
          <a:blip r:embed="rId12"/>
          <a:stretch>
            <a:fillRect/>
          </a:stretch>
        </p:blipFill>
        <p:spPr>
          <a:xfrm>
            <a:off x="2242563" y="1382489"/>
            <a:ext cx="9306225" cy="1328055"/>
          </a:xfrm>
          <a:prstGeom prst="rect">
            <a:avLst/>
          </a:prstGeom>
          <a:ln w="88900" cap="sq" cmpd="thickThin">
            <a:solidFill>
              <a:srgbClr val="000000"/>
            </a:solidFill>
            <a:prstDash val="solid"/>
            <a:miter lim="800000"/>
          </a:ln>
          <a:effectLst>
            <a:innerShdw blurRad="76200">
              <a:srgbClr val="000000"/>
            </a:innerShdw>
          </a:effectLst>
        </p:spPr>
      </p:pic>
      <p:pic>
        <p:nvPicPr>
          <p:cNvPr id="12" name="Picture 11">
            <a:extLst>
              <a:ext uri="{FF2B5EF4-FFF2-40B4-BE49-F238E27FC236}">
                <a16:creationId xmlns:a16="http://schemas.microsoft.com/office/drawing/2014/main" id="{3901CB8B-ADA8-C4AE-F69B-4BAA53A56FEF}"/>
              </a:ext>
            </a:extLst>
          </p:cNvPr>
          <p:cNvPicPr>
            <a:picLocks noChangeAspect="1"/>
          </p:cNvPicPr>
          <p:nvPr/>
        </p:nvPicPr>
        <p:blipFill>
          <a:blip r:embed="rId13"/>
          <a:stretch>
            <a:fillRect/>
          </a:stretch>
        </p:blipFill>
        <p:spPr>
          <a:xfrm>
            <a:off x="3226307" y="3156859"/>
            <a:ext cx="7338735" cy="132805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523299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CBFC0-B4E3-28AE-0251-250E5926D50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3C700C9-92EA-0ED4-BB38-24FFE801D6CB}"/>
              </a:ext>
            </a:extLst>
          </p:cNvPr>
          <p:cNvSpPr/>
          <p:nvPr/>
        </p:nvSpPr>
        <p:spPr>
          <a:xfrm>
            <a:off x="370113" y="381003"/>
            <a:ext cx="957943" cy="892629"/>
          </a:xfrm>
          <a:prstGeom prst="roundRect">
            <a:avLst/>
          </a:prstGeom>
          <a:solidFill>
            <a:srgbClr val="FF5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C0498A69-CFCD-D6D7-ED70-695C2BA04F56}"/>
              </a:ext>
            </a:extLst>
          </p:cNvPr>
          <p:cNvSpPr/>
          <p:nvPr/>
        </p:nvSpPr>
        <p:spPr>
          <a:xfrm>
            <a:off x="370112" y="1600203"/>
            <a:ext cx="957943" cy="892629"/>
          </a:xfrm>
          <a:prstGeom prst="roundRect">
            <a:avLst/>
          </a:prstGeom>
          <a:solidFill>
            <a:srgbClr val="CC6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E108774C-3858-19D9-C8E3-1C5152F9674C}"/>
              </a:ext>
            </a:extLst>
          </p:cNvPr>
          <p:cNvSpPr/>
          <p:nvPr/>
        </p:nvSpPr>
        <p:spPr>
          <a:xfrm>
            <a:off x="370112" y="2928258"/>
            <a:ext cx="957943" cy="892629"/>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D1C75877-566D-FDBA-C6EA-0E3F397B9AA4}"/>
              </a:ext>
            </a:extLst>
          </p:cNvPr>
          <p:cNvSpPr/>
          <p:nvPr/>
        </p:nvSpPr>
        <p:spPr>
          <a:xfrm>
            <a:off x="370112" y="4256313"/>
            <a:ext cx="957943" cy="892629"/>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74AD30E-92A5-398B-0302-2508486FE595}"/>
              </a:ext>
            </a:extLst>
          </p:cNvPr>
          <p:cNvSpPr/>
          <p:nvPr/>
        </p:nvSpPr>
        <p:spPr>
          <a:xfrm>
            <a:off x="370112" y="5584368"/>
            <a:ext cx="957943" cy="892629"/>
          </a:xfrm>
          <a:prstGeom prst="roundRect">
            <a:avLst/>
          </a:prstGeom>
          <a:solidFill>
            <a:srgbClr val="FF99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Graphic 10" descr="Badge 1 with solid fill">
            <a:extLst>
              <a:ext uri="{FF2B5EF4-FFF2-40B4-BE49-F238E27FC236}">
                <a16:creationId xmlns:a16="http://schemas.microsoft.com/office/drawing/2014/main" id="{D0DD806B-3BF7-081A-2CB3-BDFE35CE69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7131" y="476257"/>
            <a:ext cx="688520" cy="688520"/>
          </a:xfrm>
          <a:prstGeom prst="rect">
            <a:avLst/>
          </a:prstGeom>
        </p:spPr>
      </p:pic>
      <p:pic>
        <p:nvPicPr>
          <p:cNvPr id="15" name="Graphic 14" descr="Badge with solid fill">
            <a:extLst>
              <a:ext uri="{FF2B5EF4-FFF2-40B4-BE49-F238E27FC236}">
                <a16:creationId xmlns:a16="http://schemas.microsoft.com/office/drawing/2014/main" id="{4C311684-734B-AEA9-C019-EA71CDB399B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2640" y="1665517"/>
            <a:ext cx="762000" cy="762000"/>
          </a:xfrm>
          <a:prstGeom prst="rect">
            <a:avLst/>
          </a:prstGeom>
        </p:spPr>
      </p:pic>
      <p:pic>
        <p:nvPicPr>
          <p:cNvPr id="23" name="Graphic 22" descr="Badge 3 with solid fill">
            <a:extLst>
              <a:ext uri="{FF2B5EF4-FFF2-40B4-BE49-F238E27FC236}">
                <a16:creationId xmlns:a16="http://schemas.microsoft.com/office/drawing/2014/main" id="{4124A0FA-F4B7-ED85-CF27-7FC4E002F86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3934" y="3015343"/>
            <a:ext cx="718457" cy="718457"/>
          </a:xfrm>
          <a:prstGeom prst="rect">
            <a:avLst/>
          </a:prstGeom>
        </p:spPr>
      </p:pic>
      <p:pic>
        <p:nvPicPr>
          <p:cNvPr id="25" name="Graphic 24" descr="Badge 4 with solid fill">
            <a:extLst>
              <a:ext uri="{FF2B5EF4-FFF2-40B4-BE49-F238E27FC236}">
                <a16:creationId xmlns:a16="http://schemas.microsoft.com/office/drawing/2014/main" id="{154930E4-4497-14C7-0D93-3BA7F8959AF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3526" y="4327070"/>
            <a:ext cx="751114" cy="751114"/>
          </a:xfrm>
          <a:prstGeom prst="rect">
            <a:avLst/>
          </a:prstGeom>
        </p:spPr>
      </p:pic>
      <p:pic>
        <p:nvPicPr>
          <p:cNvPr id="27" name="Graphic 26" descr="Badge 5 with solid fill">
            <a:extLst>
              <a:ext uri="{FF2B5EF4-FFF2-40B4-BE49-F238E27FC236}">
                <a16:creationId xmlns:a16="http://schemas.microsoft.com/office/drawing/2014/main" id="{B0804E4A-A9DA-6A0F-2DE6-940973291E7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7132" y="5668731"/>
            <a:ext cx="699408" cy="699408"/>
          </a:xfrm>
          <a:prstGeom prst="rect">
            <a:avLst/>
          </a:prstGeom>
        </p:spPr>
      </p:pic>
      <p:sp>
        <p:nvSpPr>
          <p:cNvPr id="28" name="Rectangle: Rounded Corners 27">
            <a:extLst>
              <a:ext uri="{FF2B5EF4-FFF2-40B4-BE49-F238E27FC236}">
                <a16:creationId xmlns:a16="http://schemas.microsoft.com/office/drawing/2014/main" id="{94F6672D-3107-6BDE-D100-2600078A46A9}"/>
              </a:ext>
            </a:extLst>
          </p:cNvPr>
          <p:cNvSpPr/>
          <p:nvPr/>
        </p:nvSpPr>
        <p:spPr>
          <a:xfrm>
            <a:off x="1545771" y="108857"/>
            <a:ext cx="10461172" cy="6520543"/>
          </a:xfrm>
          <a:prstGeom prst="roundRect">
            <a:avLst>
              <a:gd name="adj" fmla="val 6984"/>
            </a:avLst>
          </a:prstGeom>
          <a:solidFill>
            <a:srgbClr val="FF99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7B4ADBB6-FBFD-FF3B-4A13-AD7C438CFF76}"/>
              </a:ext>
            </a:extLst>
          </p:cNvPr>
          <p:cNvPicPr>
            <a:picLocks noChangeAspect="1"/>
          </p:cNvPicPr>
          <p:nvPr/>
        </p:nvPicPr>
        <p:blipFill>
          <a:blip r:embed="rId12"/>
          <a:stretch>
            <a:fillRect/>
          </a:stretch>
        </p:blipFill>
        <p:spPr>
          <a:xfrm>
            <a:off x="2196408" y="1012374"/>
            <a:ext cx="8932872" cy="1719938"/>
          </a:xfrm>
          <a:prstGeom prst="rect">
            <a:avLst/>
          </a:prstGeom>
          <a:ln w="88900" cap="sq" cmpd="thickThin">
            <a:solidFill>
              <a:srgbClr val="000000"/>
            </a:solidFill>
            <a:prstDash val="solid"/>
            <a:miter lim="800000"/>
          </a:ln>
          <a:effectLst>
            <a:innerShdw blurRad="76200">
              <a:srgbClr val="000000"/>
            </a:innerShdw>
          </a:effectLst>
        </p:spPr>
      </p:pic>
      <p:pic>
        <p:nvPicPr>
          <p:cNvPr id="13" name="Picture 12">
            <a:extLst>
              <a:ext uri="{FF2B5EF4-FFF2-40B4-BE49-F238E27FC236}">
                <a16:creationId xmlns:a16="http://schemas.microsoft.com/office/drawing/2014/main" id="{F3B2D7F9-4A4C-5DDD-8B35-68692C8D2E8F}"/>
              </a:ext>
            </a:extLst>
          </p:cNvPr>
          <p:cNvPicPr>
            <a:picLocks noChangeAspect="1"/>
          </p:cNvPicPr>
          <p:nvPr/>
        </p:nvPicPr>
        <p:blipFill>
          <a:blip r:embed="rId13"/>
          <a:stretch>
            <a:fillRect/>
          </a:stretch>
        </p:blipFill>
        <p:spPr>
          <a:xfrm>
            <a:off x="4535735" y="3166054"/>
            <a:ext cx="4034928" cy="130966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574844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05A28-8A64-06BF-668F-699F5A51C11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5DE06CB-9E95-EB3F-9DF6-93E9925E42B9}"/>
              </a:ext>
            </a:extLst>
          </p:cNvPr>
          <p:cNvSpPr/>
          <p:nvPr/>
        </p:nvSpPr>
        <p:spPr>
          <a:xfrm>
            <a:off x="370113" y="381003"/>
            <a:ext cx="957943" cy="892629"/>
          </a:xfrm>
          <a:prstGeom prst="roundRect">
            <a:avLst/>
          </a:prstGeom>
          <a:solidFill>
            <a:srgbClr val="FF5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FF87C969-6397-7DC7-A32A-CC1845EBF8B9}"/>
              </a:ext>
            </a:extLst>
          </p:cNvPr>
          <p:cNvSpPr/>
          <p:nvPr/>
        </p:nvSpPr>
        <p:spPr>
          <a:xfrm>
            <a:off x="370112" y="1600203"/>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BE3C9149-BEF0-EB0F-E520-B7CCDED4FC3B}"/>
              </a:ext>
            </a:extLst>
          </p:cNvPr>
          <p:cNvSpPr/>
          <p:nvPr/>
        </p:nvSpPr>
        <p:spPr>
          <a:xfrm>
            <a:off x="370112" y="2928258"/>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2FB21058-4D0B-E086-DE31-5183893EC076}"/>
              </a:ext>
            </a:extLst>
          </p:cNvPr>
          <p:cNvSpPr/>
          <p:nvPr/>
        </p:nvSpPr>
        <p:spPr>
          <a:xfrm>
            <a:off x="370112" y="4256313"/>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17927C29-6001-4692-6D7C-152C238D43A7}"/>
              </a:ext>
            </a:extLst>
          </p:cNvPr>
          <p:cNvSpPr/>
          <p:nvPr/>
        </p:nvSpPr>
        <p:spPr>
          <a:xfrm>
            <a:off x="370112" y="5584368"/>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BB443AC0-43D7-6559-F080-002B4876EF8A}"/>
              </a:ext>
            </a:extLst>
          </p:cNvPr>
          <p:cNvSpPr/>
          <p:nvPr/>
        </p:nvSpPr>
        <p:spPr>
          <a:xfrm>
            <a:off x="1545771" y="108857"/>
            <a:ext cx="10461172" cy="6520543"/>
          </a:xfrm>
          <a:prstGeom prst="roundRect">
            <a:avLst>
              <a:gd name="adj" fmla="val 6984"/>
            </a:avLst>
          </a:prstGeom>
          <a:solidFill>
            <a:srgbClr val="FF5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AA993434-D88B-07DB-73BB-72BE4E98D21A}"/>
              </a:ext>
            </a:extLst>
          </p:cNvPr>
          <p:cNvPicPr>
            <a:picLocks noChangeAspect="1"/>
          </p:cNvPicPr>
          <p:nvPr/>
        </p:nvPicPr>
        <p:blipFill>
          <a:blip r:embed="rId2"/>
          <a:stretch>
            <a:fillRect/>
          </a:stretch>
        </p:blipFill>
        <p:spPr>
          <a:xfrm>
            <a:off x="2298514" y="1348712"/>
            <a:ext cx="9214133" cy="1698168"/>
          </a:xfrm>
          <a:prstGeom prst="rect">
            <a:avLst/>
          </a:prstGeom>
          <a:ln w="88900" cap="sq" cmpd="thickThin">
            <a:solidFill>
              <a:srgbClr val="000000"/>
            </a:solidFill>
            <a:prstDash val="solid"/>
            <a:miter lim="800000"/>
          </a:ln>
          <a:effectLst>
            <a:innerShdw blurRad="76200">
              <a:srgbClr val="000000"/>
            </a:innerShdw>
          </a:effectLst>
        </p:spPr>
      </p:pic>
      <p:pic>
        <p:nvPicPr>
          <p:cNvPr id="10" name="Picture 9">
            <a:extLst>
              <a:ext uri="{FF2B5EF4-FFF2-40B4-BE49-F238E27FC236}">
                <a16:creationId xmlns:a16="http://schemas.microsoft.com/office/drawing/2014/main" id="{81757E94-B90C-BAC2-EB26-5CD00E6851F2}"/>
              </a:ext>
            </a:extLst>
          </p:cNvPr>
          <p:cNvPicPr>
            <a:picLocks noChangeAspect="1"/>
          </p:cNvPicPr>
          <p:nvPr/>
        </p:nvPicPr>
        <p:blipFill>
          <a:blip r:embed="rId3"/>
          <a:stretch>
            <a:fillRect/>
          </a:stretch>
        </p:blipFill>
        <p:spPr>
          <a:xfrm>
            <a:off x="4089924" y="3607497"/>
            <a:ext cx="5372866" cy="893746"/>
          </a:xfrm>
          <a:prstGeom prst="rect">
            <a:avLst/>
          </a:prstGeom>
          <a:ln w="88900" cap="sq" cmpd="thickThin">
            <a:solidFill>
              <a:srgbClr val="000000"/>
            </a:solidFill>
            <a:prstDash val="solid"/>
            <a:miter lim="800000"/>
          </a:ln>
          <a:effectLst>
            <a:innerShdw blurRad="76200">
              <a:srgbClr val="000000"/>
            </a:innerShdw>
          </a:effectLst>
        </p:spPr>
      </p:pic>
      <p:pic>
        <p:nvPicPr>
          <p:cNvPr id="13" name="Graphic 12" descr="Badge 6 with solid fill">
            <a:extLst>
              <a:ext uri="{FF2B5EF4-FFF2-40B4-BE49-F238E27FC236}">
                <a16:creationId xmlns:a16="http://schemas.microsoft.com/office/drawing/2014/main" id="{75463BC9-CF95-1946-80B4-71B2C13639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1234" y="509468"/>
            <a:ext cx="635697" cy="635697"/>
          </a:xfrm>
          <a:prstGeom prst="rect">
            <a:avLst/>
          </a:prstGeom>
        </p:spPr>
      </p:pic>
      <p:pic>
        <p:nvPicPr>
          <p:cNvPr id="16" name="Graphic 15" descr="Badge 7 with solid fill">
            <a:extLst>
              <a:ext uri="{FF2B5EF4-FFF2-40B4-BE49-F238E27FC236}">
                <a16:creationId xmlns:a16="http://schemas.microsoft.com/office/drawing/2014/main" id="{1C330341-3B87-7FDD-04C0-164C48758CA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1234" y="1709058"/>
            <a:ext cx="608238" cy="608238"/>
          </a:xfrm>
          <a:prstGeom prst="rect">
            <a:avLst/>
          </a:prstGeom>
        </p:spPr>
      </p:pic>
      <p:pic>
        <p:nvPicPr>
          <p:cNvPr id="18" name="Graphic 17" descr="Badge 8 with solid fill">
            <a:extLst>
              <a:ext uri="{FF2B5EF4-FFF2-40B4-BE49-F238E27FC236}">
                <a16:creationId xmlns:a16="http://schemas.microsoft.com/office/drawing/2014/main" id="{3AA18E6D-6721-DEA8-1A87-ECBEE6B6EAB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1234" y="3042556"/>
            <a:ext cx="653143" cy="653143"/>
          </a:xfrm>
          <a:prstGeom prst="rect">
            <a:avLst/>
          </a:prstGeom>
        </p:spPr>
      </p:pic>
      <p:pic>
        <p:nvPicPr>
          <p:cNvPr id="20" name="Graphic 19" descr="Badge 9 with solid fill">
            <a:extLst>
              <a:ext uri="{FF2B5EF4-FFF2-40B4-BE49-F238E27FC236}">
                <a16:creationId xmlns:a16="http://schemas.microsoft.com/office/drawing/2014/main" id="{AFF37815-F248-0698-E03C-CE5A467DC63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7010" y="4354284"/>
            <a:ext cx="696686" cy="696686"/>
          </a:xfrm>
          <a:prstGeom prst="rect">
            <a:avLst/>
          </a:prstGeom>
        </p:spPr>
      </p:pic>
      <p:pic>
        <p:nvPicPr>
          <p:cNvPr id="22" name="Graphic 21" descr="Badge 10 with solid fill">
            <a:extLst>
              <a:ext uri="{FF2B5EF4-FFF2-40B4-BE49-F238E27FC236}">
                <a16:creationId xmlns:a16="http://schemas.microsoft.com/office/drawing/2014/main" id="{749A62F6-CFFF-3902-3147-A9258E41D86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81131" y="5687782"/>
            <a:ext cx="685800" cy="685800"/>
          </a:xfrm>
          <a:prstGeom prst="rect">
            <a:avLst/>
          </a:prstGeom>
        </p:spPr>
      </p:pic>
    </p:spTree>
    <p:extLst>
      <p:ext uri="{BB962C8B-B14F-4D97-AF65-F5344CB8AC3E}">
        <p14:creationId xmlns:p14="http://schemas.microsoft.com/office/powerpoint/2010/main" val="1154506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F5355-AFEF-9EE8-8FB0-5D8FFD86A4B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7A27010-DA98-5D30-F72C-56868272FD4F}"/>
              </a:ext>
            </a:extLst>
          </p:cNvPr>
          <p:cNvSpPr/>
          <p:nvPr/>
        </p:nvSpPr>
        <p:spPr>
          <a:xfrm>
            <a:off x="370113" y="381003"/>
            <a:ext cx="957943" cy="892629"/>
          </a:xfrm>
          <a:prstGeom prst="roundRect">
            <a:avLst/>
          </a:prstGeom>
          <a:solidFill>
            <a:srgbClr val="FF5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FC63D482-1646-9369-2B85-FD44AE4EC288}"/>
              </a:ext>
            </a:extLst>
          </p:cNvPr>
          <p:cNvSpPr/>
          <p:nvPr/>
        </p:nvSpPr>
        <p:spPr>
          <a:xfrm>
            <a:off x="370112" y="1600203"/>
            <a:ext cx="957943" cy="892629"/>
          </a:xfrm>
          <a:prstGeom prst="roundRect">
            <a:avLst/>
          </a:prstGeom>
          <a:solidFill>
            <a:srgbClr val="CC6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2E83DE69-7F2A-01B9-15B0-F344CEB25201}"/>
              </a:ext>
            </a:extLst>
          </p:cNvPr>
          <p:cNvSpPr/>
          <p:nvPr/>
        </p:nvSpPr>
        <p:spPr>
          <a:xfrm>
            <a:off x="370112" y="2928258"/>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2DA9A2B8-DC33-54C4-C012-691D49826389}"/>
              </a:ext>
            </a:extLst>
          </p:cNvPr>
          <p:cNvSpPr/>
          <p:nvPr/>
        </p:nvSpPr>
        <p:spPr>
          <a:xfrm>
            <a:off x="370112" y="4256313"/>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8134CAD0-6281-F84A-2867-22B634C9BA10}"/>
              </a:ext>
            </a:extLst>
          </p:cNvPr>
          <p:cNvSpPr/>
          <p:nvPr/>
        </p:nvSpPr>
        <p:spPr>
          <a:xfrm>
            <a:off x="370112" y="5584368"/>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5F9FB908-A6F3-68E9-BFCD-29D081AF733F}"/>
              </a:ext>
            </a:extLst>
          </p:cNvPr>
          <p:cNvSpPr/>
          <p:nvPr/>
        </p:nvSpPr>
        <p:spPr>
          <a:xfrm>
            <a:off x="1545771" y="108857"/>
            <a:ext cx="10461172" cy="6520543"/>
          </a:xfrm>
          <a:prstGeom prst="roundRect">
            <a:avLst>
              <a:gd name="adj" fmla="val 6984"/>
            </a:avLst>
          </a:prstGeom>
          <a:solidFill>
            <a:srgbClr val="CC6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Graphic 12" descr="Badge 6 with solid fill">
            <a:extLst>
              <a:ext uri="{FF2B5EF4-FFF2-40B4-BE49-F238E27FC236}">
                <a16:creationId xmlns:a16="http://schemas.microsoft.com/office/drawing/2014/main" id="{8345B0E6-119B-97EC-6ACA-2E4EA888E85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1234" y="509468"/>
            <a:ext cx="635697" cy="635697"/>
          </a:xfrm>
          <a:prstGeom prst="rect">
            <a:avLst/>
          </a:prstGeom>
        </p:spPr>
      </p:pic>
      <p:pic>
        <p:nvPicPr>
          <p:cNvPr id="16" name="Graphic 15" descr="Badge 7 with solid fill">
            <a:extLst>
              <a:ext uri="{FF2B5EF4-FFF2-40B4-BE49-F238E27FC236}">
                <a16:creationId xmlns:a16="http://schemas.microsoft.com/office/drawing/2014/main" id="{A1F08E98-0014-75FE-F2E6-95786AE373A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1234" y="1709058"/>
            <a:ext cx="608238" cy="608238"/>
          </a:xfrm>
          <a:prstGeom prst="rect">
            <a:avLst/>
          </a:prstGeom>
        </p:spPr>
      </p:pic>
      <p:pic>
        <p:nvPicPr>
          <p:cNvPr id="18" name="Graphic 17" descr="Badge 8 with solid fill">
            <a:extLst>
              <a:ext uri="{FF2B5EF4-FFF2-40B4-BE49-F238E27FC236}">
                <a16:creationId xmlns:a16="http://schemas.microsoft.com/office/drawing/2014/main" id="{2B67A5FF-34E5-8899-DD17-C9EB4FAAEC3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1234" y="3042556"/>
            <a:ext cx="653143" cy="653143"/>
          </a:xfrm>
          <a:prstGeom prst="rect">
            <a:avLst/>
          </a:prstGeom>
        </p:spPr>
      </p:pic>
      <p:pic>
        <p:nvPicPr>
          <p:cNvPr id="20" name="Graphic 19" descr="Badge 9 with solid fill">
            <a:extLst>
              <a:ext uri="{FF2B5EF4-FFF2-40B4-BE49-F238E27FC236}">
                <a16:creationId xmlns:a16="http://schemas.microsoft.com/office/drawing/2014/main" id="{378B028F-E8C1-F7FB-3D91-1DF8A3DBEC2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010" y="4354284"/>
            <a:ext cx="696686" cy="696686"/>
          </a:xfrm>
          <a:prstGeom prst="rect">
            <a:avLst/>
          </a:prstGeom>
        </p:spPr>
      </p:pic>
      <p:pic>
        <p:nvPicPr>
          <p:cNvPr id="22" name="Graphic 21" descr="Badge 10 with solid fill">
            <a:extLst>
              <a:ext uri="{FF2B5EF4-FFF2-40B4-BE49-F238E27FC236}">
                <a16:creationId xmlns:a16="http://schemas.microsoft.com/office/drawing/2014/main" id="{95EDDC68-3FEB-8CBC-E2B1-29C3E8F2DE6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1131" y="5687782"/>
            <a:ext cx="685800" cy="685800"/>
          </a:xfrm>
          <a:prstGeom prst="rect">
            <a:avLst/>
          </a:prstGeom>
        </p:spPr>
      </p:pic>
      <p:pic>
        <p:nvPicPr>
          <p:cNvPr id="9" name="Picture 8">
            <a:extLst>
              <a:ext uri="{FF2B5EF4-FFF2-40B4-BE49-F238E27FC236}">
                <a16:creationId xmlns:a16="http://schemas.microsoft.com/office/drawing/2014/main" id="{24595CBC-402E-61F2-90CC-455B18059412}"/>
              </a:ext>
            </a:extLst>
          </p:cNvPr>
          <p:cNvPicPr>
            <a:picLocks noChangeAspect="1"/>
          </p:cNvPicPr>
          <p:nvPr/>
        </p:nvPicPr>
        <p:blipFill>
          <a:blip r:embed="rId12"/>
          <a:stretch>
            <a:fillRect/>
          </a:stretch>
        </p:blipFill>
        <p:spPr>
          <a:xfrm>
            <a:off x="2634343" y="957121"/>
            <a:ext cx="8011886" cy="1535711"/>
          </a:xfrm>
          <a:prstGeom prst="rect">
            <a:avLst/>
          </a:prstGeom>
          <a:ln w="88900" cap="sq" cmpd="thickThin">
            <a:solidFill>
              <a:srgbClr val="000000"/>
            </a:solidFill>
            <a:prstDash val="solid"/>
            <a:miter lim="800000"/>
          </a:ln>
          <a:effectLst>
            <a:innerShdw blurRad="76200">
              <a:srgbClr val="000000"/>
            </a:innerShdw>
          </a:effectLst>
        </p:spPr>
      </p:pic>
      <p:pic>
        <p:nvPicPr>
          <p:cNvPr id="12" name="Picture 11">
            <a:extLst>
              <a:ext uri="{FF2B5EF4-FFF2-40B4-BE49-F238E27FC236}">
                <a16:creationId xmlns:a16="http://schemas.microsoft.com/office/drawing/2014/main" id="{D6CA42F5-77AB-B16A-B867-F4065F56325B}"/>
              </a:ext>
            </a:extLst>
          </p:cNvPr>
          <p:cNvPicPr>
            <a:picLocks noChangeAspect="1"/>
          </p:cNvPicPr>
          <p:nvPr/>
        </p:nvPicPr>
        <p:blipFill>
          <a:blip r:embed="rId13"/>
          <a:stretch>
            <a:fillRect/>
          </a:stretch>
        </p:blipFill>
        <p:spPr>
          <a:xfrm>
            <a:off x="1992086" y="3274330"/>
            <a:ext cx="9408882" cy="2310038"/>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401039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966FE-71A4-815C-72FB-FED3FACE746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B0F667A-DE96-F73F-6D34-7D660E4EDB14}"/>
              </a:ext>
            </a:extLst>
          </p:cNvPr>
          <p:cNvSpPr/>
          <p:nvPr/>
        </p:nvSpPr>
        <p:spPr>
          <a:xfrm>
            <a:off x="370113" y="381003"/>
            <a:ext cx="957943" cy="892629"/>
          </a:xfrm>
          <a:prstGeom prst="roundRect">
            <a:avLst/>
          </a:prstGeom>
          <a:solidFill>
            <a:srgbClr val="FF5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51A8BF7D-9776-EF23-3D3C-45E257F6D9E5}"/>
              </a:ext>
            </a:extLst>
          </p:cNvPr>
          <p:cNvSpPr/>
          <p:nvPr/>
        </p:nvSpPr>
        <p:spPr>
          <a:xfrm>
            <a:off x="370112" y="1600203"/>
            <a:ext cx="957943" cy="892629"/>
          </a:xfrm>
          <a:prstGeom prst="roundRect">
            <a:avLst/>
          </a:prstGeom>
          <a:solidFill>
            <a:srgbClr val="CC6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C96B0212-59D6-7786-0ADE-7539F9A1F15C}"/>
              </a:ext>
            </a:extLst>
          </p:cNvPr>
          <p:cNvSpPr/>
          <p:nvPr/>
        </p:nvSpPr>
        <p:spPr>
          <a:xfrm>
            <a:off x="370112" y="2928258"/>
            <a:ext cx="957943" cy="892629"/>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07478487-0597-E962-F5A7-B55188C1EC9D}"/>
              </a:ext>
            </a:extLst>
          </p:cNvPr>
          <p:cNvSpPr/>
          <p:nvPr/>
        </p:nvSpPr>
        <p:spPr>
          <a:xfrm>
            <a:off x="370112" y="4256313"/>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F413B858-4C04-8DA9-90B9-9E0D775725AD}"/>
              </a:ext>
            </a:extLst>
          </p:cNvPr>
          <p:cNvSpPr/>
          <p:nvPr/>
        </p:nvSpPr>
        <p:spPr>
          <a:xfrm>
            <a:off x="370112" y="5584368"/>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74F881F2-0FAF-C785-BEC3-F1B8E3539689}"/>
              </a:ext>
            </a:extLst>
          </p:cNvPr>
          <p:cNvSpPr/>
          <p:nvPr/>
        </p:nvSpPr>
        <p:spPr>
          <a:xfrm>
            <a:off x="1545771" y="108857"/>
            <a:ext cx="10461172" cy="6520543"/>
          </a:xfrm>
          <a:prstGeom prst="roundRect">
            <a:avLst>
              <a:gd name="adj" fmla="val 6984"/>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Graphic 12" descr="Badge 6 with solid fill">
            <a:extLst>
              <a:ext uri="{FF2B5EF4-FFF2-40B4-BE49-F238E27FC236}">
                <a16:creationId xmlns:a16="http://schemas.microsoft.com/office/drawing/2014/main" id="{F3B11ADC-68A2-01D3-6B22-D883766B24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1234" y="509468"/>
            <a:ext cx="635697" cy="635697"/>
          </a:xfrm>
          <a:prstGeom prst="rect">
            <a:avLst/>
          </a:prstGeom>
        </p:spPr>
      </p:pic>
      <p:pic>
        <p:nvPicPr>
          <p:cNvPr id="16" name="Graphic 15" descr="Badge 7 with solid fill">
            <a:extLst>
              <a:ext uri="{FF2B5EF4-FFF2-40B4-BE49-F238E27FC236}">
                <a16:creationId xmlns:a16="http://schemas.microsoft.com/office/drawing/2014/main" id="{01346654-3AF7-5422-F9CC-F21B1C49862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1234" y="1709058"/>
            <a:ext cx="608238" cy="608238"/>
          </a:xfrm>
          <a:prstGeom prst="rect">
            <a:avLst/>
          </a:prstGeom>
        </p:spPr>
      </p:pic>
      <p:pic>
        <p:nvPicPr>
          <p:cNvPr id="18" name="Graphic 17" descr="Badge 8 with solid fill">
            <a:extLst>
              <a:ext uri="{FF2B5EF4-FFF2-40B4-BE49-F238E27FC236}">
                <a16:creationId xmlns:a16="http://schemas.microsoft.com/office/drawing/2014/main" id="{E4EF5AE7-5884-6EDB-E59F-6E228864D1F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1234" y="3042556"/>
            <a:ext cx="653143" cy="653143"/>
          </a:xfrm>
          <a:prstGeom prst="rect">
            <a:avLst/>
          </a:prstGeom>
        </p:spPr>
      </p:pic>
      <p:pic>
        <p:nvPicPr>
          <p:cNvPr id="20" name="Graphic 19" descr="Badge 9 with solid fill">
            <a:extLst>
              <a:ext uri="{FF2B5EF4-FFF2-40B4-BE49-F238E27FC236}">
                <a16:creationId xmlns:a16="http://schemas.microsoft.com/office/drawing/2014/main" id="{97D12965-25FC-AD3C-6735-1D508AE881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010" y="4354284"/>
            <a:ext cx="696686" cy="696686"/>
          </a:xfrm>
          <a:prstGeom prst="rect">
            <a:avLst/>
          </a:prstGeom>
        </p:spPr>
      </p:pic>
      <p:pic>
        <p:nvPicPr>
          <p:cNvPr id="22" name="Graphic 21" descr="Badge 10 with solid fill">
            <a:extLst>
              <a:ext uri="{FF2B5EF4-FFF2-40B4-BE49-F238E27FC236}">
                <a16:creationId xmlns:a16="http://schemas.microsoft.com/office/drawing/2014/main" id="{E28181AD-E3DA-24D5-8509-95F50C4DA66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1131" y="5687782"/>
            <a:ext cx="685800" cy="685800"/>
          </a:xfrm>
          <a:prstGeom prst="rect">
            <a:avLst/>
          </a:prstGeom>
        </p:spPr>
      </p:pic>
      <p:pic>
        <p:nvPicPr>
          <p:cNvPr id="3" name="Picture 2">
            <a:extLst>
              <a:ext uri="{FF2B5EF4-FFF2-40B4-BE49-F238E27FC236}">
                <a16:creationId xmlns:a16="http://schemas.microsoft.com/office/drawing/2014/main" id="{D7E128C1-748A-87AC-6248-98D29A955D9B}"/>
              </a:ext>
            </a:extLst>
          </p:cNvPr>
          <p:cNvPicPr>
            <a:picLocks noChangeAspect="1"/>
          </p:cNvPicPr>
          <p:nvPr/>
        </p:nvPicPr>
        <p:blipFill>
          <a:blip r:embed="rId12"/>
          <a:stretch>
            <a:fillRect/>
          </a:stretch>
        </p:blipFill>
        <p:spPr>
          <a:xfrm>
            <a:off x="2827345" y="656424"/>
            <a:ext cx="7263712" cy="3039275"/>
          </a:xfrm>
          <a:prstGeom prst="rect">
            <a:avLst/>
          </a:prstGeom>
          <a:ln w="88900" cap="sq" cmpd="thickThin">
            <a:solidFill>
              <a:srgbClr val="000000"/>
            </a:solidFill>
            <a:prstDash val="solid"/>
            <a:miter lim="800000"/>
          </a:ln>
          <a:effectLst>
            <a:innerShdw blurRad="76200">
              <a:srgbClr val="000000"/>
            </a:innerShdw>
          </a:effectLst>
        </p:spPr>
      </p:pic>
      <p:pic>
        <p:nvPicPr>
          <p:cNvPr id="11" name="Picture 10">
            <a:extLst>
              <a:ext uri="{FF2B5EF4-FFF2-40B4-BE49-F238E27FC236}">
                <a16:creationId xmlns:a16="http://schemas.microsoft.com/office/drawing/2014/main" id="{CE8237D3-6A80-738D-6F41-AE7B67615F96}"/>
              </a:ext>
            </a:extLst>
          </p:cNvPr>
          <p:cNvPicPr>
            <a:picLocks noChangeAspect="1"/>
          </p:cNvPicPr>
          <p:nvPr/>
        </p:nvPicPr>
        <p:blipFill>
          <a:blip r:embed="rId13"/>
          <a:stretch>
            <a:fillRect/>
          </a:stretch>
        </p:blipFill>
        <p:spPr>
          <a:xfrm>
            <a:off x="3412572" y="4210607"/>
            <a:ext cx="6330141" cy="111237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638072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25064-FA04-8973-971F-F212C639210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65BD4CC-EDCD-2DE9-481F-4B21677CFEF4}"/>
              </a:ext>
            </a:extLst>
          </p:cNvPr>
          <p:cNvSpPr/>
          <p:nvPr/>
        </p:nvSpPr>
        <p:spPr>
          <a:xfrm>
            <a:off x="370113" y="381003"/>
            <a:ext cx="957943" cy="892629"/>
          </a:xfrm>
          <a:prstGeom prst="roundRect">
            <a:avLst/>
          </a:prstGeom>
          <a:solidFill>
            <a:srgbClr val="FF5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B33C378B-BCAB-8FCE-F10C-F62F6751FB91}"/>
              </a:ext>
            </a:extLst>
          </p:cNvPr>
          <p:cNvSpPr/>
          <p:nvPr/>
        </p:nvSpPr>
        <p:spPr>
          <a:xfrm>
            <a:off x="370112" y="1600203"/>
            <a:ext cx="957943" cy="892629"/>
          </a:xfrm>
          <a:prstGeom prst="roundRect">
            <a:avLst/>
          </a:prstGeom>
          <a:solidFill>
            <a:srgbClr val="CC6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BD60C0DB-3B41-140A-B8E2-4619ACEEBE17}"/>
              </a:ext>
            </a:extLst>
          </p:cNvPr>
          <p:cNvSpPr/>
          <p:nvPr/>
        </p:nvSpPr>
        <p:spPr>
          <a:xfrm>
            <a:off x="370112" y="2928258"/>
            <a:ext cx="957943" cy="892629"/>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DB2C29B7-068A-7F0D-E468-5D20288D75F2}"/>
              </a:ext>
            </a:extLst>
          </p:cNvPr>
          <p:cNvSpPr/>
          <p:nvPr/>
        </p:nvSpPr>
        <p:spPr>
          <a:xfrm>
            <a:off x="370112" y="4256313"/>
            <a:ext cx="957943" cy="892629"/>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152B9BCA-88FA-FA3F-62B8-7965070E2CCD}"/>
              </a:ext>
            </a:extLst>
          </p:cNvPr>
          <p:cNvSpPr/>
          <p:nvPr/>
        </p:nvSpPr>
        <p:spPr>
          <a:xfrm>
            <a:off x="370112" y="5584368"/>
            <a:ext cx="957943" cy="89262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0616060B-41C6-DB6C-644F-28D58A0DF454}"/>
              </a:ext>
            </a:extLst>
          </p:cNvPr>
          <p:cNvSpPr/>
          <p:nvPr/>
        </p:nvSpPr>
        <p:spPr>
          <a:xfrm>
            <a:off x="1545771" y="108857"/>
            <a:ext cx="10461172" cy="6520543"/>
          </a:xfrm>
          <a:prstGeom prst="roundRect">
            <a:avLst>
              <a:gd name="adj" fmla="val 6984"/>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Graphic 12" descr="Badge 6 with solid fill">
            <a:extLst>
              <a:ext uri="{FF2B5EF4-FFF2-40B4-BE49-F238E27FC236}">
                <a16:creationId xmlns:a16="http://schemas.microsoft.com/office/drawing/2014/main" id="{2F21587D-FBB0-F93F-019F-9266EB20D5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1234" y="509468"/>
            <a:ext cx="635697" cy="635697"/>
          </a:xfrm>
          <a:prstGeom prst="rect">
            <a:avLst/>
          </a:prstGeom>
        </p:spPr>
      </p:pic>
      <p:pic>
        <p:nvPicPr>
          <p:cNvPr id="16" name="Graphic 15" descr="Badge 7 with solid fill">
            <a:extLst>
              <a:ext uri="{FF2B5EF4-FFF2-40B4-BE49-F238E27FC236}">
                <a16:creationId xmlns:a16="http://schemas.microsoft.com/office/drawing/2014/main" id="{57A1F5FE-50E3-D642-4844-924D28F03B7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1234" y="1709058"/>
            <a:ext cx="608238" cy="608238"/>
          </a:xfrm>
          <a:prstGeom prst="rect">
            <a:avLst/>
          </a:prstGeom>
        </p:spPr>
      </p:pic>
      <p:pic>
        <p:nvPicPr>
          <p:cNvPr id="18" name="Graphic 17" descr="Badge 8 with solid fill">
            <a:extLst>
              <a:ext uri="{FF2B5EF4-FFF2-40B4-BE49-F238E27FC236}">
                <a16:creationId xmlns:a16="http://schemas.microsoft.com/office/drawing/2014/main" id="{BBE27677-CF5C-5B92-F7D9-F14A248DEF3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1234" y="3042556"/>
            <a:ext cx="653143" cy="653143"/>
          </a:xfrm>
          <a:prstGeom prst="rect">
            <a:avLst/>
          </a:prstGeom>
        </p:spPr>
      </p:pic>
      <p:pic>
        <p:nvPicPr>
          <p:cNvPr id="20" name="Graphic 19" descr="Badge 9 with solid fill">
            <a:extLst>
              <a:ext uri="{FF2B5EF4-FFF2-40B4-BE49-F238E27FC236}">
                <a16:creationId xmlns:a16="http://schemas.microsoft.com/office/drawing/2014/main" id="{DF5193B0-E003-E79D-61D3-804D6AB2F65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010" y="4354284"/>
            <a:ext cx="696686" cy="696686"/>
          </a:xfrm>
          <a:prstGeom prst="rect">
            <a:avLst/>
          </a:prstGeom>
        </p:spPr>
      </p:pic>
      <p:pic>
        <p:nvPicPr>
          <p:cNvPr id="22" name="Graphic 21" descr="Badge 10 with solid fill">
            <a:extLst>
              <a:ext uri="{FF2B5EF4-FFF2-40B4-BE49-F238E27FC236}">
                <a16:creationId xmlns:a16="http://schemas.microsoft.com/office/drawing/2014/main" id="{4A253F4A-1D32-FE8B-702D-79594E26820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1131" y="5687782"/>
            <a:ext cx="685800" cy="685800"/>
          </a:xfrm>
          <a:prstGeom prst="rect">
            <a:avLst/>
          </a:prstGeom>
        </p:spPr>
      </p:pic>
      <p:pic>
        <p:nvPicPr>
          <p:cNvPr id="9" name="Picture 8">
            <a:extLst>
              <a:ext uri="{FF2B5EF4-FFF2-40B4-BE49-F238E27FC236}">
                <a16:creationId xmlns:a16="http://schemas.microsoft.com/office/drawing/2014/main" id="{9248CE58-B86F-202F-A5BB-6EA595438C82}"/>
              </a:ext>
            </a:extLst>
          </p:cNvPr>
          <p:cNvPicPr>
            <a:picLocks noChangeAspect="1"/>
          </p:cNvPicPr>
          <p:nvPr/>
        </p:nvPicPr>
        <p:blipFill>
          <a:blip r:embed="rId12"/>
          <a:stretch>
            <a:fillRect/>
          </a:stretch>
        </p:blipFill>
        <p:spPr>
          <a:xfrm>
            <a:off x="2364609" y="1145165"/>
            <a:ext cx="8620142" cy="1419500"/>
          </a:xfrm>
          <a:prstGeom prst="rect">
            <a:avLst/>
          </a:prstGeom>
          <a:ln w="88900" cap="sq" cmpd="thickThin">
            <a:solidFill>
              <a:srgbClr val="000000"/>
            </a:solidFill>
            <a:prstDash val="solid"/>
            <a:miter lim="800000"/>
          </a:ln>
          <a:effectLst>
            <a:innerShdw blurRad="76200">
              <a:srgbClr val="000000"/>
            </a:innerShdw>
          </a:effectLst>
        </p:spPr>
      </p:pic>
      <p:pic>
        <p:nvPicPr>
          <p:cNvPr id="12" name="Picture 11">
            <a:extLst>
              <a:ext uri="{FF2B5EF4-FFF2-40B4-BE49-F238E27FC236}">
                <a16:creationId xmlns:a16="http://schemas.microsoft.com/office/drawing/2014/main" id="{15803A38-1911-FFB1-4D4D-C34AA504966B}"/>
              </a:ext>
            </a:extLst>
          </p:cNvPr>
          <p:cNvPicPr>
            <a:picLocks noChangeAspect="1"/>
          </p:cNvPicPr>
          <p:nvPr/>
        </p:nvPicPr>
        <p:blipFill>
          <a:blip r:embed="rId13"/>
          <a:stretch>
            <a:fillRect/>
          </a:stretch>
        </p:blipFill>
        <p:spPr>
          <a:xfrm>
            <a:off x="5297140" y="3234673"/>
            <a:ext cx="1597720" cy="58621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04437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BDF4A-90F0-1B79-2947-D65D2E2CD76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562AEA6-5486-4898-7B43-12F93CDEF6A4}"/>
              </a:ext>
            </a:extLst>
          </p:cNvPr>
          <p:cNvSpPr/>
          <p:nvPr/>
        </p:nvSpPr>
        <p:spPr>
          <a:xfrm>
            <a:off x="370113" y="381003"/>
            <a:ext cx="957943" cy="892629"/>
          </a:xfrm>
          <a:prstGeom prst="roundRect">
            <a:avLst/>
          </a:prstGeom>
          <a:solidFill>
            <a:srgbClr val="FF5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72C831E1-0934-6B1A-9771-312AE7F29181}"/>
              </a:ext>
            </a:extLst>
          </p:cNvPr>
          <p:cNvSpPr/>
          <p:nvPr/>
        </p:nvSpPr>
        <p:spPr>
          <a:xfrm>
            <a:off x="370112" y="1600203"/>
            <a:ext cx="957943" cy="892629"/>
          </a:xfrm>
          <a:prstGeom prst="roundRect">
            <a:avLst/>
          </a:prstGeom>
          <a:solidFill>
            <a:srgbClr val="CC6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34BD4795-2CC1-0BE3-4785-42E367846B2D}"/>
              </a:ext>
            </a:extLst>
          </p:cNvPr>
          <p:cNvSpPr/>
          <p:nvPr/>
        </p:nvSpPr>
        <p:spPr>
          <a:xfrm>
            <a:off x="370112" y="2928258"/>
            <a:ext cx="957943" cy="892629"/>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63554CB5-3C0D-56E2-B403-1B4C06E7C677}"/>
              </a:ext>
            </a:extLst>
          </p:cNvPr>
          <p:cNvSpPr/>
          <p:nvPr/>
        </p:nvSpPr>
        <p:spPr>
          <a:xfrm>
            <a:off x="370112" y="4256313"/>
            <a:ext cx="957943" cy="892629"/>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8CFB3005-8FFA-3E98-23F1-6DF062976555}"/>
              </a:ext>
            </a:extLst>
          </p:cNvPr>
          <p:cNvSpPr/>
          <p:nvPr/>
        </p:nvSpPr>
        <p:spPr>
          <a:xfrm>
            <a:off x="370112" y="5584368"/>
            <a:ext cx="957943" cy="892629"/>
          </a:xfrm>
          <a:prstGeom prst="roundRect">
            <a:avLst/>
          </a:prstGeom>
          <a:solidFill>
            <a:srgbClr val="FF99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3356F1EE-6D28-2C7E-113D-563C7F49B98E}"/>
              </a:ext>
            </a:extLst>
          </p:cNvPr>
          <p:cNvSpPr/>
          <p:nvPr/>
        </p:nvSpPr>
        <p:spPr>
          <a:xfrm>
            <a:off x="1545771" y="108857"/>
            <a:ext cx="10461172" cy="6520543"/>
          </a:xfrm>
          <a:prstGeom prst="roundRect">
            <a:avLst>
              <a:gd name="adj" fmla="val 6984"/>
            </a:avLst>
          </a:prstGeom>
          <a:solidFill>
            <a:srgbClr val="FF99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Graphic 12" descr="Badge 6 with solid fill">
            <a:extLst>
              <a:ext uri="{FF2B5EF4-FFF2-40B4-BE49-F238E27FC236}">
                <a16:creationId xmlns:a16="http://schemas.microsoft.com/office/drawing/2014/main" id="{40884842-224B-A179-698A-02AE99563FC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1234" y="509468"/>
            <a:ext cx="635697" cy="635697"/>
          </a:xfrm>
          <a:prstGeom prst="rect">
            <a:avLst/>
          </a:prstGeom>
        </p:spPr>
      </p:pic>
      <p:pic>
        <p:nvPicPr>
          <p:cNvPr id="16" name="Graphic 15" descr="Badge 7 with solid fill">
            <a:extLst>
              <a:ext uri="{FF2B5EF4-FFF2-40B4-BE49-F238E27FC236}">
                <a16:creationId xmlns:a16="http://schemas.microsoft.com/office/drawing/2014/main" id="{72BDF8EF-9BBD-7C58-774B-7F6D9C54074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1234" y="1709058"/>
            <a:ext cx="608238" cy="608238"/>
          </a:xfrm>
          <a:prstGeom prst="rect">
            <a:avLst/>
          </a:prstGeom>
        </p:spPr>
      </p:pic>
      <p:pic>
        <p:nvPicPr>
          <p:cNvPr id="18" name="Graphic 17" descr="Badge 8 with solid fill">
            <a:extLst>
              <a:ext uri="{FF2B5EF4-FFF2-40B4-BE49-F238E27FC236}">
                <a16:creationId xmlns:a16="http://schemas.microsoft.com/office/drawing/2014/main" id="{028D017D-BC64-4CBC-9376-E649DFD7D7F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1234" y="3042556"/>
            <a:ext cx="653143" cy="653143"/>
          </a:xfrm>
          <a:prstGeom prst="rect">
            <a:avLst/>
          </a:prstGeom>
        </p:spPr>
      </p:pic>
      <p:pic>
        <p:nvPicPr>
          <p:cNvPr id="20" name="Graphic 19" descr="Badge 9 with solid fill">
            <a:extLst>
              <a:ext uri="{FF2B5EF4-FFF2-40B4-BE49-F238E27FC236}">
                <a16:creationId xmlns:a16="http://schemas.microsoft.com/office/drawing/2014/main" id="{49264049-33BD-47A1-C1E9-B7AB8B28BD8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7010" y="4354284"/>
            <a:ext cx="696686" cy="696686"/>
          </a:xfrm>
          <a:prstGeom prst="rect">
            <a:avLst/>
          </a:prstGeom>
        </p:spPr>
      </p:pic>
      <p:pic>
        <p:nvPicPr>
          <p:cNvPr id="22" name="Graphic 21" descr="Badge 10 with solid fill">
            <a:extLst>
              <a:ext uri="{FF2B5EF4-FFF2-40B4-BE49-F238E27FC236}">
                <a16:creationId xmlns:a16="http://schemas.microsoft.com/office/drawing/2014/main" id="{1D61D091-7FF9-EEBE-1119-DD836714803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1131" y="5687782"/>
            <a:ext cx="685800" cy="685800"/>
          </a:xfrm>
          <a:prstGeom prst="rect">
            <a:avLst/>
          </a:prstGeom>
        </p:spPr>
      </p:pic>
      <p:pic>
        <p:nvPicPr>
          <p:cNvPr id="3" name="Picture 2">
            <a:extLst>
              <a:ext uri="{FF2B5EF4-FFF2-40B4-BE49-F238E27FC236}">
                <a16:creationId xmlns:a16="http://schemas.microsoft.com/office/drawing/2014/main" id="{6C2BE529-90EC-F499-0EBA-E58F330A0E74}"/>
              </a:ext>
            </a:extLst>
          </p:cNvPr>
          <p:cNvPicPr>
            <a:picLocks noChangeAspect="1"/>
          </p:cNvPicPr>
          <p:nvPr/>
        </p:nvPicPr>
        <p:blipFill>
          <a:blip r:embed="rId12"/>
          <a:stretch>
            <a:fillRect/>
          </a:stretch>
        </p:blipFill>
        <p:spPr>
          <a:xfrm>
            <a:off x="2824070" y="934471"/>
            <a:ext cx="7405060" cy="2233272"/>
          </a:xfrm>
          <a:prstGeom prst="rect">
            <a:avLst/>
          </a:prstGeom>
          <a:ln w="88900" cap="sq" cmpd="thickThin">
            <a:solidFill>
              <a:srgbClr val="000000"/>
            </a:solidFill>
            <a:prstDash val="solid"/>
            <a:miter lim="800000"/>
          </a:ln>
          <a:effectLst>
            <a:innerShdw blurRad="76200">
              <a:srgbClr val="000000"/>
            </a:innerShdw>
          </a:effectLst>
        </p:spPr>
      </p:pic>
      <p:pic>
        <p:nvPicPr>
          <p:cNvPr id="11" name="Picture 10">
            <a:extLst>
              <a:ext uri="{FF2B5EF4-FFF2-40B4-BE49-F238E27FC236}">
                <a16:creationId xmlns:a16="http://schemas.microsoft.com/office/drawing/2014/main" id="{3A769301-6C84-92B3-698C-242E11E0AFC0}"/>
              </a:ext>
            </a:extLst>
          </p:cNvPr>
          <p:cNvPicPr>
            <a:picLocks noChangeAspect="1"/>
          </p:cNvPicPr>
          <p:nvPr/>
        </p:nvPicPr>
        <p:blipFill>
          <a:blip r:embed="rId13"/>
          <a:stretch>
            <a:fillRect/>
          </a:stretch>
        </p:blipFill>
        <p:spPr>
          <a:xfrm>
            <a:off x="4952999" y="3730986"/>
            <a:ext cx="2547257" cy="141795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9255164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146</TotalTime>
  <Words>82</Words>
  <Application>Microsoft Office PowerPoint</Application>
  <PresentationFormat>Widescreen</PresentationFormat>
  <Paragraphs>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sana sheikh</dc:creator>
  <cp:lastModifiedBy>sana sheikh</cp:lastModifiedBy>
  <cp:revision>2</cp:revision>
  <dcterms:created xsi:type="dcterms:W3CDTF">2025-11-17T09:26:22Z</dcterms:created>
  <dcterms:modified xsi:type="dcterms:W3CDTF">2025-11-17T12:03:55Z</dcterms:modified>
</cp:coreProperties>
</file>